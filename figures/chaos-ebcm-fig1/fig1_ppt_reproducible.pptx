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40000" cy="5220000"/>
  <p:notesSz cx="5220000" cy="684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3420000" y="144000"/>
            <a:ext cx="0" cy="457200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0000" y="24840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80000" y="180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67200" y="180000"/>
            <a:ext cx="964224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Multiplex hypergraph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09729" y="639857"/>
            <a:ext cx="720000" cy="720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2271" y="639857"/>
            <a:ext cx="720000" cy="720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0000" y="1152000"/>
            <a:ext cx="792000" cy="792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82553" y="585427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9034" y="1150545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61366" y="1150545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97847" y="585427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4200" y="149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40200" y="188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36200" y="1492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24000" y="1080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04000" y="11812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18" name="Text 16"/>
          <p:cNvSpPr txBox="1"/>
          <p:nvPr/>
        </p:nvSpPr>
        <p:spPr>
          <a:xfrm>
            <a:off x="667080" y="725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19" name="Text 17"/>
          <p:cNvSpPr txBox="1"/>
          <p:nvPr/>
        </p:nvSpPr>
        <p:spPr>
          <a:xfrm>
            <a:off x="1747080" y="725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1207080" y="1661085"/>
            <a:ext cx="177840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algn="ctr" indent="0" marL="0">
              <a:buNone/>
            </a:pPr>
            <a:r>
              <a:rPr lang="en-US" sz="700" baseline="-400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2376000" y="779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2</a:t>
            </a:r>
            <a:endParaRPr lang="en-US" sz="780" dirty="0"/>
          </a:p>
        </p:txBody>
      </p:sp>
      <p:sp>
        <p:nvSpPr>
          <p:cNvPr id="22" name="Text 20"/>
          <p:cNvSpPr txBox="1"/>
          <p:nvPr/>
        </p:nvSpPr>
        <p:spPr>
          <a:xfrm>
            <a:off x="2376000" y="995364"/>
            <a:ext cx="49788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1</a:t>
            </a:r>
            <a:endParaRPr lang="en-US" sz="780" dirty="0"/>
          </a:p>
        </p:txBody>
      </p:sp>
      <p:sp>
        <p:nvSpPr>
          <p:cNvPr id="23" name="Text 21"/>
          <p:cNvSpPr txBox="1"/>
          <p:nvPr/>
        </p:nvSpPr>
        <p:spPr>
          <a:xfrm>
            <a:off x="2376000" y="1328508"/>
            <a:ext cx="6624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)→Ψ,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3564000" y="180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751200" y="180000"/>
            <a:ext cx="936792" cy="1397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Edge-based closure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140000" y="576000"/>
            <a:ext cx="792000" cy="792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80200" y="520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76200" y="916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200" y="13122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8000" y="900000"/>
            <a:ext cx="144000" cy="144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94000" y="1026462"/>
            <a:ext cx="150408" cy="143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 flipH="1">
            <a:off x="4208731" y="628184"/>
            <a:ext cx="275085" cy="275085"/>
          </a:xfrm>
          <a:prstGeom prst="line">
            <a:avLst/>
          </a:prstGeom>
          <a:noFill/>
          <a:ln w="1079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410000" y="770508"/>
            <a:ext cx="17784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</a:t>
            </a:r>
            <a:pPr algn="l" indent="0" marL="0">
              <a:buNone/>
            </a:pPr>
            <a:r>
              <a:rPr lang="en-US" sz="700" i="1" baseline="-40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 flipH="1">
            <a:off x="3753481" y="1018544"/>
            <a:ext cx="301187" cy="164284"/>
          </a:xfrm>
          <a:prstGeom prst="line">
            <a:avLst/>
          </a:prstGeom>
          <a:noFill/>
          <a:ln w="10795">
            <a:solidFill>
              <a:srgbClr val="E09C9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870000" y="10260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870000" y="1026000"/>
            <a:ext cx="108000" cy="108000"/>
          </a:xfrm>
          <a:prstGeom prst="line">
            <a:avLst/>
          </a:prstGeom>
          <a:noFill/>
          <a:ln w="1651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63648" y="1089648"/>
            <a:ext cx="232704" cy="196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724000" y="432000"/>
            <a:ext cx="648000" cy="648000"/>
          </a:xfrm>
          <a:prstGeom prst="ellipse">
            <a:avLst/>
          </a:prstGeom>
          <a:solidFill>
            <a:srgbClr val="B8BCC0">
              <a:alpha val="18000"/>
            </a:srgbClr>
          </a:solidFill>
          <a:ln w="8890">
            <a:solidFill>
              <a:srgbClr val="B8BC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7503" y="487297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79297" y="487297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79297" y="945503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37503" y="945503"/>
            <a:ext cx="79200" cy="79200"/>
          </a:xfrm>
          <a:prstGeom prst="ellipse">
            <a:avLst/>
          </a:prstGeom>
          <a:solidFill>
            <a:srgbClr val="CEE1F3"/>
          </a:solidFill>
          <a:ln w="6985">
            <a:solidFill>
              <a:srgbClr val="97AFC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693904" y="1103085"/>
            <a:ext cx="70819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network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 flipH="1">
            <a:off x="5021211" y="871137"/>
            <a:ext cx="667263" cy="88968"/>
          </a:xfrm>
          <a:prstGeom prst="line">
            <a:avLst/>
          </a:prstGeom>
          <a:noFill/>
          <a:ln w="10795">
            <a:solidFill>
              <a:srgbClr val="3D3D3D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306508" y="683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6" name="Text 44"/>
          <p:cNvSpPr txBox="1"/>
          <p:nvPr/>
        </p:nvSpPr>
        <p:spPr>
          <a:xfrm>
            <a:off x="3663648" y="1629648"/>
            <a:ext cx="232704" cy="1967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80" i="1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baseline="3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</a:t>
            </a:r>
            <a:endParaRPr lang="en-US" sz="780" dirty="0"/>
          </a:p>
        </p:txBody>
      </p:sp>
      <p:sp>
        <p:nvSpPr>
          <p:cNvPr id="47" name="Text 45"/>
          <p:cNvSpPr txBox="1"/>
          <p:nvPr/>
        </p:nvSpPr>
        <p:spPr>
          <a:xfrm>
            <a:off x="4365936" y="1655800"/>
            <a:ext cx="196128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4968792" y="1655800"/>
            <a:ext cx="214416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Φ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49" name="Text 47"/>
          <p:cNvSpPr txBox="1"/>
          <p:nvPr/>
        </p:nvSpPr>
        <p:spPr>
          <a:xfrm>
            <a:off x="5548212" y="1652508"/>
            <a:ext cx="35157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ψ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(Φ)</a:t>
            </a:r>
            <a:endParaRPr lang="en-US" sz="780" dirty="0"/>
          </a:p>
        </p:txBody>
      </p:sp>
      <p:sp>
        <p:nvSpPr>
          <p:cNvPr id="50" name="Text 48"/>
          <p:cNvSpPr txBox="1"/>
          <p:nvPr/>
        </p:nvSpPr>
        <p:spPr>
          <a:xfrm>
            <a:off x="6314508" y="1655800"/>
            <a:ext cx="18698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pPr algn="ctr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3988800" y="1728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672800" y="1728000"/>
            <a:ext cx="194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5284800" y="1728000"/>
            <a:ext cx="230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5932800" y="1728000"/>
            <a:ext cx="2664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6408000" y="1843200"/>
            <a:ext cx="0" cy="20880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3780000" y="2052000"/>
            <a:ext cx="26280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3780000" y="1843200"/>
            <a:ext cx="0" cy="20880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58" name="Text 56"/>
          <p:cNvSpPr txBox="1"/>
          <p:nvPr/>
        </p:nvSpPr>
        <p:spPr>
          <a:xfrm>
            <a:off x="4881924" y="2075085"/>
            <a:ext cx="388152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</a:t>
            </a:r>
            <a:endParaRPr lang="en-US" sz="700" dirty="0"/>
          </a:p>
        </p:txBody>
      </p:sp>
      <p:sp>
        <p:nvSpPr>
          <p:cNvPr id="59" name="Text 57"/>
          <p:cNvSpPr txBox="1"/>
          <p:nvPr/>
        </p:nvSpPr>
        <p:spPr>
          <a:xfrm>
            <a:off x="3564000" y="2282508"/>
            <a:ext cx="108309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(∞)</a:t>
            </a:r>
            <a:endParaRPr lang="en-US" sz="780" dirty="0"/>
          </a:p>
        </p:txBody>
      </p:sp>
      <p:sp>
        <p:nvSpPr>
          <p:cNvPr id="60" name="Text 58"/>
          <p:cNvSpPr txBox="1"/>
          <p:nvPr/>
        </p:nvSpPr>
        <p:spPr>
          <a:xfrm>
            <a:off x="180000" y="2592000"/>
            <a:ext cx="223560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367200" y="2592000"/>
            <a:ext cx="12019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Within-hyperedge factor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50" dirty="0"/>
          </a:p>
        </p:txBody>
      </p:sp>
      <p:sp>
        <p:nvSpPr>
          <p:cNvPr id="62" name="Text 60"/>
          <p:cNvSpPr txBox="1"/>
          <p:nvPr/>
        </p:nvSpPr>
        <p:spPr>
          <a:xfrm>
            <a:off x="180000" y="3063893"/>
            <a:ext cx="315000" cy="136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1044000" y="2808000"/>
            <a:ext cx="648000" cy="648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41303" y="2847097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41303" y="3305303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3097" y="3305303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83097" y="2847097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12697" y="2902897"/>
            <a:ext cx="278205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1191082" y="2955082"/>
            <a:ext cx="330926" cy="330926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1138897" y="2976697"/>
            <a:ext cx="0" cy="278205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2016000" y="3056508"/>
            <a:ext cx="61675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(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72" name="Text 70"/>
          <p:cNvSpPr txBox="1"/>
          <p:nvPr/>
        </p:nvSpPr>
        <p:spPr>
          <a:xfrm>
            <a:off x="180000" y="3927893"/>
            <a:ext cx="525312" cy="1362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828000" y="3744000"/>
            <a:ext cx="504000" cy="504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9609" y="3765609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205991" y="3765609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49609" y="4121991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205991" y="4121991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0209" y="3817809"/>
            <a:ext cx="201582" cy="0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1620000" y="3744000"/>
            <a:ext cx="504000" cy="504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641609" y="3765609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997991" y="3765609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641609" y="4121991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997991" y="4121991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050191" y="3886209"/>
            <a:ext cx="0" cy="201582"/>
          </a:xfrm>
          <a:prstGeom prst="line">
            <a:avLst/>
          </a:prstGeom>
          <a:noFill/>
          <a:ln w="1016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2412000" y="3744000"/>
            <a:ext cx="504000" cy="504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433609" y="3765609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89991" y="3765609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433609" y="4121991"/>
            <a:ext cx="104400" cy="1044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789991" y="4121991"/>
            <a:ext cx="104400" cy="1044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812772" y="4352508"/>
            <a:ext cx="534456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= (1, 3)</a:t>
            </a:r>
            <a:endParaRPr lang="en-US" sz="700" dirty="0"/>
          </a:p>
        </p:txBody>
      </p:sp>
      <p:sp>
        <p:nvSpPr>
          <p:cNvPr id="91" name="Text 89"/>
          <p:cNvSpPr txBox="1"/>
          <p:nvPr/>
        </p:nvSpPr>
        <p:spPr>
          <a:xfrm>
            <a:off x="1728216" y="4352508"/>
            <a:ext cx="2875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(2, 2)</a:t>
            </a:r>
            <a:endParaRPr lang="en-US" sz="700" dirty="0"/>
          </a:p>
        </p:txBody>
      </p:sp>
      <p:sp>
        <p:nvSpPr>
          <p:cNvPr id="92" name="Text 90"/>
          <p:cNvSpPr txBox="1"/>
          <p:nvPr/>
        </p:nvSpPr>
        <p:spPr>
          <a:xfrm>
            <a:off x="2520216" y="4352508"/>
            <a:ext cx="287568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(3, 1)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1404000" y="3996000"/>
            <a:ext cx="1440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2196000" y="3996000"/>
            <a:ext cx="144000" cy="0"/>
          </a:xfrm>
          <a:prstGeom prst="line">
            <a:avLst/>
          </a:prstGeom>
          <a:noFill/>
          <a:ln w="10160">
            <a:solidFill>
              <a:srgbClr val="4A4A4A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3024000" y="3923800"/>
            <a:ext cx="315000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⇒ </a:t>
            </a:r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780" dirty="0"/>
          </a:p>
        </p:txBody>
      </p:sp>
      <p:sp>
        <p:nvSpPr>
          <p:cNvPr id="96" name="Text 94"/>
          <p:cNvSpPr txBox="1"/>
          <p:nvPr/>
        </p:nvSpPr>
        <p:spPr>
          <a:xfrm>
            <a:off x="1324764" y="4568508"/>
            <a:ext cx="662472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≥ (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pPr algn="ctr" indent="0" marL="0">
              <a:buNone/>
            </a:pPr>
            <a:r>
              <a:rPr lang="en-US" sz="78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−1) </a:t>
            </a:r>
            <a:pPr algn="ctr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780" dirty="0"/>
          </a:p>
        </p:txBody>
      </p:sp>
      <p:sp>
        <p:nvSpPr>
          <p:cNvPr id="97" name="Text 95"/>
          <p:cNvSpPr txBox="1"/>
          <p:nvPr/>
        </p:nvSpPr>
        <p:spPr>
          <a:xfrm>
            <a:off x="3564000" y="2592000"/>
            <a:ext cx="232704" cy="1692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(d)</a:t>
            </a:r>
            <a:endParaRPr lang="en-US" sz="900" dirty="0"/>
          </a:p>
        </p:txBody>
      </p:sp>
      <p:sp>
        <p:nvSpPr>
          <p:cNvPr id="98" name="Text 96"/>
          <p:cNvSpPr txBox="1"/>
          <p:nvPr/>
        </p:nvSpPr>
        <p:spPr>
          <a:xfrm>
            <a:off x="3751200" y="2592000"/>
            <a:ext cx="10465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hyperdegree </a:t>
            </a:r>
            <a:pPr algn="l" indent="0" marL="0">
              <a:buNone/>
            </a:pPr>
            <a:r>
              <a:rPr lang="en-US" sz="75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960000" y="3402000"/>
            <a:ext cx="864000" cy="468000"/>
          </a:xfrm>
          <a:prstGeom prst="ellipse">
            <a:avLst/>
          </a:prstGeom>
          <a:solidFill>
            <a:srgbClr val="7A8794">
              <a:alpha val="3000"/>
            </a:srgbClr>
          </a:solidFill>
          <a:ln w="11430">
            <a:solidFill>
              <a:srgbClr val="A6A6A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120200" y="3377550"/>
            <a:ext cx="111600" cy="111600"/>
          </a:xfrm>
          <a:prstGeom prst="ellipse">
            <a:avLst/>
          </a:prstGeom>
          <a:solidFill>
            <a:srgbClr val="F2C4C1"/>
          </a:solidFill>
          <a:ln w="9525">
            <a:solidFill>
              <a:srgbClr val="D5AFA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120200" y="3782850"/>
            <a:ext cx="111600" cy="111600"/>
          </a:xfrm>
          <a:prstGeom prst="ellipse">
            <a:avLst/>
          </a:prstGeom>
          <a:solidFill>
            <a:srgbClr val="B4B5B7"/>
          </a:solidFill>
          <a:ln w="9525">
            <a:solidFill>
              <a:srgbClr val="A4A5A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244400" y="3560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V="1">
            <a:off x="4244400" y="3560400"/>
            <a:ext cx="151200" cy="151200"/>
          </a:xfrm>
          <a:prstGeom prst="line">
            <a:avLst/>
          </a:prstGeom>
          <a:noFill/>
          <a:ln w="17780">
            <a:solidFill>
              <a:srgbClr val="60606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960000" y="3995800"/>
            <a:ext cx="296712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 </a:t>
            </a:r>
            <a:pPr algn="l" indent="0" marL="0">
              <a:buNone/>
            </a:pPr>
            <a:r>
              <a:rPr lang="en-US" sz="780" i="1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6A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 rot="-2640000">
            <a:off x="4692651" y="3112900"/>
            <a:ext cx="936000" cy="396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2760000">
            <a:off x="4670108" y="3782547"/>
            <a:ext cx="1008000" cy="432000"/>
          </a:xfrm>
          <a:prstGeom prst="ellipse">
            <a:avLst/>
          </a:prstGeom>
          <a:solidFill>
            <a:srgbClr val="7A8794">
              <a:alpha val="7000"/>
            </a:srgbClr>
          </a:solidFill>
          <a:ln w="11430">
            <a:solidFill>
              <a:srgbClr val="2B2B2B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>
            <a:off x="5154061" y="2969202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92292" y="3215897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446399" y="4027785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468416" y="4305295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191844" y="4273606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752000" y="3564000"/>
            <a:ext cx="144000" cy="1440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5868000" y="2768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14" name="Text 112"/>
          <p:cNvSpPr txBox="1"/>
          <p:nvPr/>
        </p:nvSpPr>
        <p:spPr>
          <a:xfrm>
            <a:off x="5868000" y="2933800"/>
            <a:ext cx="23270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780" dirty="0"/>
          </a:p>
        </p:txBody>
      </p:sp>
      <p:sp>
        <p:nvSpPr>
          <p:cNvPr id="115" name="Text 113"/>
          <p:cNvSpPr txBox="1"/>
          <p:nvPr/>
        </p:nvSpPr>
        <p:spPr>
          <a:xfrm>
            <a:off x="5940000" y="4064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  <p:sp>
        <p:nvSpPr>
          <p:cNvPr id="116" name="Text 114"/>
          <p:cNvSpPr txBox="1"/>
          <p:nvPr/>
        </p:nvSpPr>
        <p:spPr>
          <a:xfrm>
            <a:off x="5940000" y="4229800"/>
            <a:ext cx="232704" cy="1443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8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780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3564000" y="4420800"/>
            <a:ext cx="1584000" cy="259200"/>
          </a:xfrm>
          <a:prstGeom prst="roundRect">
            <a:avLst>
              <a:gd name="adj" fmla="val 16667"/>
            </a:avLst>
          </a:prstGeom>
          <a:solidFill>
            <a:srgbClr val="F2F4F6"/>
          </a:solidFill>
          <a:ln w="8890">
            <a:solidFill>
              <a:srgbClr val="B9C0C7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3672000" y="4472559"/>
            <a:ext cx="653328" cy="1556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pPr algn="l" indent="0" marL="0">
              <a:buNone/>
            </a:pPr>
            <a:r>
              <a:rPr lang="en-US" sz="8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 </a:t>
            </a:r>
            <a:pPr algn="l" indent="0" marL="0">
              <a:buNone/>
            </a:pPr>
            <a:r>
              <a:rPr lang="en-US" sz="86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pPr algn="l" indent="0" marL="0">
              <a:buNone/>
            </a:pPr>
            <a:r>
              <a:rPr lang="en-US" sz="860" b="1" i="1" baseline="-40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60" dirty="0"/>
          </a:p>
        </p:txBody>
      </p:sp>
      <p:sp>
        <p:nvSpPr>
          <p:cNvPr id="119" name="Shape 117"/>
          <p:cNvSpPr/>
          <p:nvPr/>
        </p:nvSpPr>
        <p:spPr>
          <a:xfrm>
            <a:off x="180000" y="4824000"/>
            <a:ext cx="6516000" cy="0"/>
          </a:xfrm>
          <a:prstGeom prst="line">
            <a:avLst/>
          </a:prstGeom>
          <a:noFill/>
          <a:ln w="7620">
            <a:solidFill>
              <a:srgbClr val="DCDCD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60200" y="4948200"/>
            <a:ext cx="111600" cy="111600"/>
          </a:xfrm>
          <a:prstGeom prst="ellipse">
            <a:avLst/>
          </a:prstGeom>
          <a:solidFill>
            <a:srgbClr val="9DC3E6"/>
          </a:solidFill>
          <a:ln w="9525">
            <a:solidFill>
              <a:srgbClr val="2E5F8F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324000" y="4937085"/>
            <a:ext cx="56188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susceptible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1024200" y="4948200"/>
            <a:ext cx="111600" cy="111600"/>
          </a:xfrm>
          <a:prstGeom prst="ellipse">
            <a:avLst/>
          </a:prstGeom>
          <a:solidFill>
            <a:srgbClr val="DE6B63"/>
          </a:solidFill>
          <a:ln w="9525">
            <a:solidFill>
              <a:srgbClr val="973630"/>
            </a:solidFill>
            <a:prstDash val="solid"/>
          </a:ln>
        </p:spPr>
      </p:sp>
      <p:sp>
        <p:nvSpPr>
          <p:cNvPr id="123" name="Text 121"/>
          <p:cNvSpPr txBox="1"/>
          <p:nvPr/>
        </p:nvSpPr>
        <p:spPr>
          <a:xfrm>
            <a:off x="1188000" y="4937085"/>
            <a:ext cx="424728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infected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1816200" y="4948200"/>
            <a:ext cx="111600" cy="111600"/>
          </a:xfrm>
          <a:prstGeom prst="ellipse">
            <a:avLst/>
          </a:prstGeom>
          <a:solidFill>
            <a:srgbClr val="43474A"/>
          </a:solidFill>
          <a:ln w="9525">
            <a:solidFill>
              <a:srgbClr val="1B1E20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980000" y="4937085"/>
            <a:ext cx="507024" cy="1338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recovered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644200" y="4948200"/>
            <a:ext cx="111600" cy="11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2808000" y="4932870"/>
            <a:ext cx="534456" cy="1422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node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3600000" y="50040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3888000" y="4928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536000" y="5004000"/>
            <a:ext cx="216000" cy="0"/>
          </a:xfrm>
          <a:prstGeom prst="line">
            <a:avLst/>
          </a:prstGeom>
          <a:noFill/>
          <a:ln w="11430">
            <a:solidFill>
              <a:srgbClr val="2B2B2B"/>
            </a:solidFill>
            <a:prstDash val="dash"/>
          </a:ln>
        </p:spPr>
      </p:sp>
      <p:sp>
        <p:nvSpPr>
          <p:cNvPr id="131" name="Text 129"/>
          <p:cNvSpPr txBox="1"/>
          <p:nvPr/>
        </p:nvSpPr>
        <p:spPr>
          <a:xfrm>
            <a:off x="4824000" y="4928508"/>
            <a:ext cx="360720" cy="1509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</a:t>
            </a:r>
            <a:pPr algn="l" indent="0" marL="0">
              <a:buNone/>
            </a:pPr>
            <a:r>
              <a:rPr lang="en-US" sz="7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Fig. 1 — multiplex hypergraph EBCM</dc:creator>
  <cp:lastModifiedBy>Fig. 1 — multiplex hypergraph EBCM</cp:lastModifiedBy>
  <cp:revision>1</cp:revision>
  <dcterms:created xsi:type="dcterms:W3CDTF">2026-09-04T09:54:42Z</dcterms:created>
  <dcterms:modified xsi:type="dcterms:W3CDTF">2026-09-04T09:54:42Z</dcterms:modified>
</cp:coreProperties>
</file>