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40000" cy="4968000"/>
  <p:notesSz cx="4968000" cy="68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3420000" y="144000"/>
            <a:ext cx="0" cy="432000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0000" y="2376000"/>
            <a:ext cx="6516000" cy="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0000" y="180000"/>
            <a:ext cx="22356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7200" y="180000"/>
            <a:ext cx="964224" cy="139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 hypergraph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992" y="928961"/>
            <a:ext cx="1310015" cy="1130153"/>
          </a:xfrm>
          <a:custGeom>
            <a:avLst/>
            <a:gdLst/>
            <a:ahLst/>
            <a:cxnLst/>
            <a:rect l="l" t="t" r="r" b="b"/>
            <a:pathLst>
              <a:path w="1310015" h="1130153">
                <a:moveTo>
                  <a:pt x="44093" y="548124"/>
                </a:moveTo>
                <a:lnTo>
                  <a:pt x="33477" y="559917"/>
                </a:lnTo>
                <a:lnTo>
                  <a:pt x="24156" y="572758"/>
                </a:lnTo>
                <a:lnTo>
                  <a:pt x="16231" y="586505"/>
                </a:lnTo>
                <a:lnTo>
                  <a:pt x="9791" y="601007"/>
                </a:lnTo>
                <a:lnTo>
                  <a:pt x="4907" y="616104"/>
                </a:lnTo>
                <a:lnTo>
                  <a:pt x="1631" y="631629"/>
                </a:lnTo>
                <a:lnTo>
                  <a:pt x="0" y="647413"/>
                </a:lnTo>
                <a:lnTo>
                  <a:pt x="32" y="663280"/>
                </a:lnTo>
                <a:lnTo>
                  <a:pt x="1727" y="679057"/>
                </a:lnTo>
                <a:lnTo>
                  <a:pt x="5067" y="694569"/>
                </a:lnTo>
                <a:lnTo>
                  <a:pt x="10013" y="709646"/>
                </a:lnTo>
                <a:lnTo>
                  <a:pt x="16512" y="724121"/>
                </a:lnTo>
                <a:lnTo>
                  <a:pt x="24492" y="737836"/>
                </a:lnTo>
                <a:lnTo>
                  <a:pt x="33866" y="750638"/>
                </a:lnTo>
                <a:lnTo>
                  <a:pt x="44530" y="762388"/>
                </a:lnTo>
                <a:lnTo>
                  <a:pt x="56366" y="772956"/>
                </a:lnTo>
                <a:lnTo>
                  <a:pt x="69245" y="782225"/>
                </a:lnTo>
                <a:lnTo>
                  <a:pt x="573245" y="1106225"/>
                </a:lnTo>
                <a:lnTo>
                  <a:pt x="581972" y="1111429"/>
                </a:lnTo>
                <a:lnTo>
                  <a:pt x="591029" y="1116036"/>
                </a:lnTo>
                <a:lnTo>
                  <a:pt x="600375" y="1120024"/>
                </a:lnTo>
                <a:lnTo>
                  <a:pt x="609968" y="1123375"/>
                </a:lnTo>
                <a:lnTo>
                  <a:pt x="619764" y="1126074"/>
                </a:lnTo>
                <a:lnTo>
                  <a:pt x="629719" y="1128109"/>
                </a:lnTo>
                <a:lnTo>
                  <a:pt x="639789" y="1129471"/>
                </a:lnTo>
                <a:lnTo>
                  <a:pt x="649927" y="1130153"/>
                </a:lnTo>
                <a:lnTo>
                  <a:pt x="660088" y="1130153"/>
                </a:lnTo>
                <a:lnTo>
                  <a:pt x="670226" y="1129471"/>
                </a:lnTo>
                <a:lnTo>
                  <a:pt x="680296" y="1128109"/>
                </a:lnTo>
                <a:lnTo>
                  <a:pt x="690251" y="1126074"/>
                </a:lnTo>
                <a:lnTo>
                  <a:pt x="700047" y="1123375"/>
                </a:lnTo>
                <a:lnTo>
                  <a:pt x="709640" y="1120024"/>
                </a:lnTo>
                <a:lnTo>
                  <a:pt x="718986" y="1116036"/>
                </a:lnTo>
                <a:lnTo>
                  <a:pt x="728043" y="1111429"/>
                </a:lnTo>
                <a:lnTo>
                  <a:pt x="736770" y="1106225"/>
                </a:lnTo>
                <a:lnTo>
                  <a:pt x="1240770" y="782225"/>
                </a:lnTo>
                <a:lnTo>
                  <a:pt x="1253649" y="772956"/>
                </a:lnTo>
                <a:lnTo>
                  <a:pt x="1265485" y="762388"/>
                </a:lnTo>
                <a:lnTo>
                  <a:pt x="1276149" y="750638"/>
                </a:lnTo>
                <a:lnTo>
                  <a:pt x="1285523" y="737836"/>
                </a:lnTo>
                <a:lnTo>
                  <a:pt x="1293503" y="724121"/>
                </a:lnTo>
                <a:lnTo>
                  <a:pt x="1300002" y="709646"/>
                </a:lnTo>
                <a:lnTo>
                  <a:pt x="1304949" y="694569"/>
                </a:lnTo>
                <a:lnTo>
                  <a:pt x="1308288" y="679057"/>
                </a:lnTo>
                <a:lnTo>
                  <a:pt x="1309983" y="663280"/>
                </a:lnTo>
                <a:lnTo>
                  <a:pt x="1310015" y="647413"/>
                </a:lnTo>
                <a:lnTo>
                  <a:pt x="1308384" y="631629"/>
                </a:lnTo>
                <a:lnTo>
                  <a:pt x="1305109" y="616104"/>
                </a:lnTo>
                <a:lnTo>
                  <a:pt x="1300224" y="601007"/>
                </a:lnTo>
                <a:lnTo>
                  <a:pt x="1293784" y="586505"/>
                </a:lnTo>
                <a:lnTo>
                  <a:pt x="1285859" y="572758"/>
                </a:lnTo>
                <a:lnTo>
                  <a:pt x="1276538" y="559917"/>
                </a:lnTo>
                <a:lnTo>
                  <a:pt x="1265922" y="548124"/>
                </a:lnTo>
                <a:lnTo>
                  <a:pt x="761922" y="44124"/>
                </a:lnTo>
                <a:lnTo>
                  <a:pt x="751601" y="34715"/>
                </a:lnTo>
                <a:lnTo>
                  <a:pt x="740456" y="26299"/>
                </a:lnTo>
                <a:lnTo>
                  <a:pt x="728582" y="18947"/>
                </a:lnTo>
                <a:lnTo>
                  <a:pt x="716080" y="12722"/>
                </a:lnTo>
                <a:lnTo>
                  <a:pt x="703058" y="7677"/>
                </a:lnTo>
                <a:lnTo>
                  <a:pt x="689625" y="3855"/>
                </a:lnTo>
                <a:lnTo>
                  <a:pt x="675897" y="1289"/>
                </a:lnTo>
                <a:lnTo>
                  <a:pt x="661991" y="0"/>
                </a:lnTo>
                <a:lnTo>
                  <a:pt x="648025" y="0"/>
                </a:lnTo>
                <a:lnTo>
                  <a:pt x="634118" y="1289"/>
                </a:lnTo>
                <a:lnTo>
                  <a:pt x="620390" y="3855"/>
                </a:lnTo>
                <a:lnTo>
                  <a:pt x="606958" y="7677"/>
                </a:lnTo>
                <a:lnTo>
                  <a:pt x="593935" y="12722"/>
                </a:lnTo>
                <a:lnTo>
                  <a:pt x="581433" y="18947"/>
                </a:lnTo>
                <a:lnTo>
                  <a:pt x="569559" y="26299"/>
                </a:lnTo>
                <a:lnTo>
                  <a:pt x="558414" y="34715"/>
                </a:lnTo>
                <a:lnTo>
                  <a:pt x="548093" y="44124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2821" y="460804"/>
            <a:ext cx="1094376" cy="806240"/>
          </a:xfrm>
          <a:custGeom>
            <a:avLst/>
            <a:gdLst/>
            <a:ahLst/>
            <a:cxnLst/>
            <a:rect l="l" t="t" r="r" b="b"/>
            <a:pathLst>
              <a:path w="1094376" h="806240">
                <a:moveTo>
                  <a:pt x="19901" y="580180"/>
                </a:moveTo>
                <a:lnTo>
                  <a:pt x="11537" y="597217"/>
                </a:lnTo>
                <a:lnTo>
                  <a:pt x="5373" y="615169"/>
                </a:lnTo>
                <a:lnTo>
                  <a:pt x="1508" y="633750"/>
                </a:lnTo>
                <a:lnTo>
                  <a:pt x="0" y="652670"/>
                </a:lnTo>
                <a:lnTo>
                  <a:pt x="875" y="671630"/>
                </a:lnTo>
                <a:lnTo>
                  <a:pt x="4118" y="690330"/>
                </a:lnTo>
                <a:lnTo>
                  <a:pt x="9678" y="708477"/>
                </a:lnTo>
                <a:lnTo>
                  <a:pt x="17468" y="725785"/>
                </a:lnTo>
                <a:lnTo>
                  <a:pt x="27364" y="741980"/>
                </a:lnTo>
                <a:lnTo>
                  <a:pt x="39212" y="756808"/>
                </a:lnTo>
                <a:lnTo>
                  <a:pt x="52824" y="770034"/>
                </a:lnTo>
                <a:lnTo>
                  <a:pt x="67986" y="781451"/>
                </a:lnTo>
                <a:lnTo>
                  <a:pt x="84459" y="790879"/>
                </a:lnTo>
                <a:lnTo>
                  <a:pt x="101983" y="798169"/>
                </a:lnTo>
                <a:lnTo>
                  <a:pt x="120282" y="803206"/>
                </a:lnTo>
                <a:lnTo>
                  <a:pt x="139068" y="805910"/>
                </a:lnTo>
                <a:lnTo>
                  <a:pt x="158045" y="806240"/>
                </a:lnTo>
                <a:lnTo>
                  <a:pt x="950045" y="770240"/>
                </a:lnTo>
                <a:lnTo>
                  <a:pt x="970773" y="767857"/>
                </a:lnTo>
                <a:lnTo>
                  <a:pt x="990976" y="762643"/>
                </a:lnTo>
                <a:lnTo>
                  <a:pt x="1010269" y="754697"/>
                </a:lnTo>
                <a:lnTo>
                  <a:pt x="1028284" y="744171"/>
                </a:lnTo>
                <a:lnTo>
                  <a:pt x="1044678" y="731265"/>
                </a:lnTo>
                <a:lnTo>
                  <a:pt x="1059140" y="716224"/>
                </a:lnTo>
                <a:lnTo>
                  <a:pt x="1071393" y="699337"/>
                </a:lnTo>
                <a:lnTo>
                  <a:pt x="1081205" y="680923"/>
                </a:lnTo>
                <a:lnTo>
                  <a:pt x="1088389" y="661333"/>
                </a:lnTo>
                <a:lnTo>
                  <a:pt x="1092807" y="640942"/>
                </a:lnTo>
                <a:lnTo>
                  <a:pt x="1094376" y="620136"/>
                </a:lnTo>
                <a:lnTo>
                  <a:pt x="1093066" y="599312"/>
                </a:lnTo>
                <a:lnTo>
                  <a:pt x="1088901" y="578867"/>
                </a:lnTo>
                <a:lnTo>
                  <a:pt x="1081962" y="559190"/>
                </a:lnTo>
                <a:lnTo>
                  <a:pt x="1072379" y="540655"/>
                </a:lnTo>
                <a:lnTo>
                  <a:pt x="1060337" y="523616"/>
                </a:lnTo>
                <a:lnTo>
                  <a:pt x="1046063" y="508398"/>
                </a:lnTo>
                <a:lnTo>
                  <a:pt x="542063" y="40398"/>
                </a:lnTo>
                <a:lnTo>
                  <a:pt x="529777" y="30145"/>
                </a:lnTo>
                <a:lnTo>
                  <a:pt x="516476" y="21248"/>
                </a:lnTo>
                <a:lnTo>
                  <a:pt x="502310" y="13806"/>
                </a:lnTo>
                <a:lnTo>
                  <a:pt x="487436" y="7904"/>
                </a:lnTo>
                <a:lnTo>
                  <a:pt x="472021" y="3606"/>
                </a:lnTo>
                <a:lnTo>
                  <a:pt x="456239" y="962"/>
                </a:lnTo>
                <a:lnTo>
                  <a:pt x="440266" y="0"/>
                </a:lnTo>
                <a:lnTo>
                  <a:pt x="424281" y="732"/>
                </a:lnTo>
                <a:lnTo>
                  <a:pt x="408462" y="3149"/>
                </a:lnTo>
                <a:lnTo>
                  <a:pt x="392987" y="7225"/>
                </a:lnTo>
                <a:lnTo>
                  <a:pt x="378030" y="12913"/>
                </a:lnTo>
                <a:lnTo>
                  <a:pt x="363758" y="20150"/>
                </a:lnTo>
                <a:lnTo>
                  <a:pt x="350331" y="28855"/>
                </a:lnTo>
                <a:lnTo>
                  <a:pt x="337899" y="38930"/>
                </a:lnTo>
                <a:lnTo>
                  <a:pt x="326601" y="50262"/>
                </a:lnTo>
                <a:lnTo>
                  <a:pt x="316564" y="62726"/>
                </a:lnTo>
                <a:lnTo>
                  <a:pt x="307901" y="76180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4803" y="460804"/>
            <a:ext cx="1094376" cy="806240"/>
          </a:xfrm>
          <a:custGeom>
            <a:avLst/>
            <a:gdLst/>
            <a:ahLst/>
            <a:cxnLst/>
            <a:rect l="l" t="t" r="r" b="b"/>
            <a:pathLst>
              <a:path w="1094376" h="806240">
                <a:moveTo>
                  <a:pt x="48313" y="508398"/>
                </a:moveTo>
                <a:lnTo>
                  <a:pt x="34039" y="523616"/>
                </a:lnTo>
                <a:lnTo>
                  <a:pt x="21997" y="540655"/>
                </a:lnTo>
                <a:lnTo>
                  <a:pt x="12414" y="559190"/>
                </a:lnTo>
                <a:lnTo>
                  <a:pt x="5475" y="578867"/>
                </a:lnTo>
                <a:lnTo>
                  <a:pt x="1310" y="599312"/>
                </a:lnTo>
                <a:lnTo>
                  <a:pt x="0" y="620136"/>
                </a:lnTo>
                <a:lnTo>
                  <a:pt x="1569" y="640942"/>
                </a:lnTo>
                <a:lnTo>
                  <a:pt x="5987" y="661333"/>
                </a:lnTo>
                <a:lnTo>
                  <a:pt x="13171" y="680923"/>
                </a:lnTo>
                <a:lnTo>
                  <a:pt x="22983" y="699337"/>
                </a:lnTo>
                <a:lnTo>
                  <a:pt x="35236" y="716224"/>
                </a:lnTo>
                <a:lnTo>
                  <a:pt x="49698" y="731265"/>
                </a:lnTo>
                <a:lnTo>
                  <a:pt x="66092" y="744171"/>
                </a:lnTo>
                <a:lnTo>
                  <a:pt x="84107" y="754697"/>
                </a:lnTo>
                <a:lnTo>
                  <a:pt x="103400" y="762643"/>
                </a:lnTo>
                <a:lnTo>
                  <a:pt x="123603" y="767857"/>
                </a:lnTo>
                <a:lnTo>
                  <a:pt x="144331" y="770240"/>
                </a:lnTo>
                <a:lnTo>
                  <a:pt x="936331" y="806240"/>
                </a:lnTo>
                <a:lnTo>
                  <a:pt x="955308" y="805910"/>
                </a:lnTo>
                <a:lnTo>
                  <a:pt x="974094" y="803206"/>
                </a:lnTo>
                <a:lnTo>
                  <a:pt x="992393" y="798169"/>
                </a:lnTo>
                <a:lnTo>
                  <a:pt x="1009917" y="790879"/>
                </a:lnTo>
                <a:lnTo>
                  <a:pt x="1026390" y="781451"/>
                </a:lnTo>
                <a:lnTo>
                  <a:pt x="1041552" y="770034"/>
                </a:lnTo>
                <a:lnTo>
                  <a:pt x="1055164" y="756808"/>
                </a:lnTo>
                <a:lnTo>
                  <a:pt x="1067012" y="741980"/>
                </a:lnTo>
                <a:lnTo>
                  <a:pt x="1076908" y="725785"/>
                </a:lnTo>
                <a:lnTo>
                  <a:pt x="1084698" y="708477"/>
                </a:lnTo>
                <a:lnTo>
                  <a:pt x="1090258" y="690330"/>
                </a:lnTo>
                <a:lnTo>
                  <a:pt x="1093501" y="671630"/>
                </a:lnTo>
                <a:lnTo>
                  <a:pt x="1094376" y="652670"/>
                </a:lnTo>
                <a:lnTo>
                  <a:pt x="1092868" y="633750"/>
                </a:lnTo>
                <a:lnTo>
                  <a:pt x="1089003" y="615169"/>
                </a:lnTo>
                <a:lnTo>
                  <a:pt x="1082839" y="597217"/>
                </a:lnTo>
                <a:lnTo>
                  <a:pt x="1074475" y="580180"/>
                </a:lnTo>
                <a:lnTo>
                  <a:pt x="786475" y="76180"/>
                </a:lnTo>
                <a:lnTo>
                  <a:pt x="777812" y="62726"/>
                </a:lnTo>
                <a:lnTo>
                  <a:pt x="767775" y="50262"/>
                </a:lnTo>
                <a:lnTo>
                  <a:pt x="756477" y="38930"/>
                </a:lnTo>
                <a:lnTo>
                  <a:pt x="744045" y="28855"/>
                </a:lnTo>
                <a:lnTo>
                  <a:pt x="730618" y="20150"/>
                </a:lnTo>
                <a:lnTo>
                  <a:pt x="716346" y="12913"/>
                </a:lnTo>
                <a:lnTo>
                  <a:pt x="701388" y="7225"/>
                </a:lnTo>
                <a:lnTo>
                  <a:pt x="685914" y="3149"/>
                </a:lnTo>
                <a:lnTo>
                  <a:pt x="670095" y="732"/>
                </a:lnTo>
                <a:lnTo>
                  <a:pt x="654110" y="0"/>
                </a:lnTo>
                <a:lnTo>
                  <a:pt x="638137" y="962"/>
                </a:lnTo>
                <a:lnTo>
                  <a:pt x="622355" y="3606"/>
                </a:lnTo>
                <a:lnTo>
                  <a:pt x="606940" y="7904"/>
                </a:lnTo>
                <a:lnTo>
                  <a:pt x="592066" y="13806"/>
                </a:lnTo>
                <a:lnTo>
                  <a:pt x="577900" y="21248"/>
                </a:lnTo>
                <a:lnTo>
                  <a:pt x="564599" y="30145"/>
                </a:lnTo>
                <a:lnTo>
                  <a:pt x="552313" y="40398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200" y="55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200" y="1060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4200" y="55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2200" y="1060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200" y="152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4200" y="152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0200" y="185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4000" y="1008000"/>
            <a:ext cx="144000" cy="14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94000" y="1094862"/>
            <a:ext cx="150408" cy="143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469080" y="761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1945080" y="761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1207080" y="1679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2448000" y="707364"/>
            <a:ext cx="49788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2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2448000" y="923364"/>
            <a:ext cx="49788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1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2448000" y="1256508"/>
            <a:ext cx="66247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)→Ψ,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3564000" y="180000"/>
            <a:ext cx="232704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751200" y="180000"/>
            <a:ext cx="936792" cy="139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Edge-based closure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80821" y="352908"/>
            <a:ext cx="1274374" cy="1058206"/>
          </a:xfrm>
          <a:custGeom>
            <a:avLst/>
            <a:gdLst/>
            <a:ahLst/>
            <a:cxnLst/>
            <a:rect l="l" t="t" r="r" b="b"/>
            <a:pathLst>
              <a:path w="1274374" h="1058206">
                <a:moveTo>
                  <a:pt x="67309" y="385286"/>
                </a:moveTo>
                <a:lnTo>
                  <a:pt x="53885" y="395354"/>
                </a:lnTo>
                <a:lnTo>
                  <a:pt x="41659" y="406848"/>
                </a:lnTo>
                <a:lnTo>
                  <a:pt x="30783" y="419626"/>
                </a:lnTo>
                <a:lnTo>
                  <a:pt x="21389" y="433530"/>
                </a:lnTo>
                <a:lnTo>
                  <a:pt x="13594" y="448389"/>
                </a:lnTo>
                <a:lnTo>
                  <a:pt x="7493" y="464021"/>
                </a:lnTo>
                <a:lnTo>
                  <a:pt x="3162" y="480233"/>
                </a:lnTo>
                <a:lnTo>
                  <a:pt x="654" y="496824"/>
                </a:lnTo>
                <a:lnTo>
                  <a:pt x="0" y="513592"/>
                </a:lnTo>
                <a:lnTo>
                  <a:pt x="1208" y="530328"/>
                </a:lnTo>
                <a:lnTo>
                  <a:pt x="4263" y="546828"/>
                </a:lnTo>
                <a:lnTo>
                  <a:pt x="9128" y="562887"/>
                </a:lnTo>
                <a:lnTo>
                  <a:pt x="15742" y="578309"/>
                </a:lnTo>
                <a:lnTo>
                  <a:pt x="24024" y="592903"/>
                </a:lnTo>
                <a:lnTo>
                  <a:pt x="33873" y="606489"/>
                </a:lnTo>
                <a:lnTo>
                  <a:pt x="45166" y="618900"/>
                </a:lnTo>
                <a:lnTo>
                  <a:pt x="57765" y="629983"/>
                </a:lnTo>
                <a:lnTo>
                  <a:pt x="561765" y="1025983"/>
                </a:lnTo>
                <a:lnTo>
                  <a:pt x="571281" y="1032879"/>
                </a:lnTo>
                <a:lnTo>
                  <a:pt x="581304" y="1039015"/>
                </a:lnTo>
                <a:lnTo>
                  <a:pt x="591773" y="1044354"/>
                </a:lnTo>
                <a:lnTo>
                  <a:pt x="602625" y="1048864"/>
                </a:lnTo>
                <a:lnTo>
                  <a:pt x="613795" y="1052518"/>
                </a:lnTo>
                <a:lnTo>
                  <a:pt x="625215" y="1055293"/>
                </a:lnTo>
                <a:lnTo>
                  <a:pt x="636816" y="1057172"/>
                </a:lnTo>
                <a:lnTo>
                  <a:pt x="648527" y="1058145"/>
                </a:lnTo>
                <a:lnTo>
                  <a:pt x="660279" y="1058206"/>
                </a:lnTo>
                <a:lnTo>
                  <a:pt x="672000" y="1057353"/>
                </a:lnTo>
                <a:lnTo>
                  <a:pt x="683620" y="1055593"/>
                </a:lnTo>
                <a:lnTo>
                  <a:pt x="695067" y="1052935"/>
                </a:lnTo>
                <a:lnTo>
                  <a:pt x="706274" y="1049397"/>
                </a:lnTo>
                <a:lnTo>
                  <a:pt x="717172" y="1044999"/>
                </a:lnTo>
                <a:lnTo>
                  <a:pt x="727696" y="1039767"/>
                </a:lnTo>
                <a:lnTo>
                  <a:pt x="737781" y="1033734"/>
                </a:lnTo>
                <a:lnTo>
                  <a:pt x="747368" y="1026936"/>
                </a:lnTo>
                <a:lnTo>
                  <a:pt x="1215368" y="666936"/>
                </a:lnTo>
                <a:lnTo>
                  <a:pt x="1227156" y="656866"/>
                </a:lnTo>
                <a:lnTo>
                  <a:pt x="1237851" y="645641"/>
                </a:lnTo>
                <a:lnTo>
                  <a:pt x="1247340" y="633380"/>
                </a:lnTo>
                <a:lnTo>
                  <a:pt x="1255523" y="620212"/>
                </a:lnTo>
                <a:lnTo>
                  <a:pt x="1262315" y="606274"/>
                </a:lnTo>
                <a:lnTo>
                  <a:pt x="1267645" y="591715"/>
                </a:lnTo>
                <a:lnTo>
                  <a:pt x="1271455" y="576686"/>
                </a:lnTo>
                <a:lnTo>
                  <a:pt x="1273706" y="561347"/>
                </a:lnTo>
                <a:lnTo>
                  <a:pt x="1274374" y="545857"/>
                </a:lnTo>
                <a:lnTo>
                  <a:pt x="1273453" y="530380"/>
                </a:lnTo>
                <a:lnTo>
                  <a:pt x="1270952" y="515079"/>
                </a:lnTo>
                <a:lnTo>
                  <a:pt x="1266896" y="500115"/>
                </a:lnTo>
                <a:lnTo>
                  <a:pt x="1261330" y="485644"/>
                </a:lnTo>
                <a:lnTo>
                  <a:pt x="1254311" y="471820"/>
                </a:lnTo>
                <a:lnTo>
                  <a:pt x="1245914" y="458787"/>
                </a:lnTo>
                <a:lnTo>
                  <a:pt x="1236226" y="446683"/>
                </a:lnTo>
                <a:lnTo>
                  <a:pt x="1225349" y="435634"/>
                </a:lnTo>
                <a:lnTo>
                  <a:pt x="793349" y="39634"/>
                </a:lnTo>
                <a:lnTo>
                  <a:pt x="784326" y="31990"/>
                </a:lnTo>
                <a:lnTo>
                  <a:pt x="774733" y="25075"/>
                </a:lnTo>
                <a:lnTo>
                  <a:pt x="764629" y="18930"/>
                </a:lnTo>
                <a:lnTo>
                  <a:pt x="754075" y="13594"/>
                </a:lnTo>
                <a:lnTo>
                  <a:pt x="743137" y="9099"/>
                </a:lnTo>
                <a:lnTo>
                  <a:pt x="731881" y="5473"/>
                </a:lnTo>
                <a:lnTo>
                  <a:pt x="720376" y="2737"/>
                </a:lnTo>
                <a:lnTo>
                  <a:pt x="708693" y="909"/>
                </a:lnTo>
                <a:lnTo>
                  <a:pt x="696902" y="0"/>
                </a:lnTo>
                <a:lnTo>
                  <a:pt x="685076" y="15"/>
                </a:lnTo>
                <a:lnTo>
                  <a:pt x="673288" y="954"/>
                </a:lnTo>
                <a:lnTo>
                  <a:pt x="661609" y="2811"/>
                </a:lnTo>
                <a:lnTo>
                  <a:pt x="650111" y="5576"/>
                </a:lnTo>
                <a:lnTo>
                  <a:pt x="638864" y="9231"/>
                </a:lnTo>
                <a:lnTo>
                  <a:pt x="627937" y="13753"/>
                </a:lnTo>
                <a:lnTo>
                  <a:pt x="617397" y="19116"/>
                </a:lnTo>
                <a:lnTo>
                  <a:pt x="607309" y="25286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6200" y="4482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48200" y="844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200" y="1204200"/>
            <a:ext cx="111600" cy="111600"/>
          </a:xfrm>
          <a:prstGeom prst="ellipse">
            <a:avLst/>
          </a:prstGeom>
          <a:solidFill>
            <a:srgbClr val="43474A"/>
          </a:solidFill>
          <a:ln w="9525">
            <a:solidFill>
              <a:srgbClr val="1B1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60000" y="792000"/>
            <a:ext cx="144000" cy="14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58000" y="886062"/>
            <a:ext cx="150408" cy="143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 flipH="1">
            <a:off x="4112875" y="544937"/>
            <a:ext cx="397719" cy="265146"/>
          </a:xfrm>
          <a:prstGeom prst="line">
            <a:avLst/>
          </a:prstGeom>
          <a:noFill/>
          <a:ln w="1079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464000" y="662508"/>
            <a:ext cx="17784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flipH="1">
            <a:off x="3645481" y="910544"/>
            <a:ext cx="301187" cy="164284"/>
          </a:xfrm>
          <a:prstGeom prst="line">
            <a:avLst/>
          </a:prstGeom>
          <a:noFill/>
          <a:ln w="10795">
            <a:solidFill>
              <a:srgbClr val="E09C9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744000" y="932400"/>
            <a:ext cx="108000" cy="10800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744000" y="932400"/>
            <a:ext cx="108000" cy="10800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99648" y="999648"/>
            <a:ext cx="232704" cy="196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637622" y="417614"/>
            <a:ext cx="784704" cy="676784"/>
          </a:xfrm>
          <a:custGeom>
            <a:avLst/>
            <a:gdLst/>
            <a:ahLst/>
            <a:cxnLst/>
            <a:rect l="l" t="t" r="r" b="b"/>
            <a:pathLst>
              <a:path w="784704" h="676784">
                <a:moveTo>
                  <a:pt x="87207" y="113148"/>
                </a:moveTo>
                <a:lnTo>
                  <a:pt x="75695" y="117238"/>
                </a:lnTo>
                <a:lnTo>
                  <a:pt x="64647" y="122456"/>
                </a:lnTo>
                <a:lnTo>
                  <a:pt x="54175" y="128749"/>
                </a:lnTo>
                <a:lnTo>
                  <a:pt x="44383" y="136054"/>
                </a:lnTo>
                <a:lnTo>
                  <a:pt x="35367" y="144299"/>
                </a:lnTo>
                <a:lnTo>
                  <a:pt x="27219" y="153402"/>
                </a:lnTo>
                <a:lnTo>
                  <a:pt x="20018" y="163272"/>
                </a:lnTo>
                <a:lnTo>
                  <a:pt x="13838" y="173811"/>
                </a:lnTo>
                <a:lnTo>
                  <a:pt x="8738" y="184914"/>
                </a:lnTo>
                <a:lnTo>
                  <a:pt x="4771" y="196469"/>
                </a:lnTo>
                <a:lnTo>
                  <a:pt x="1976" y="208362"/>
                </a:lnTo>
                <a:lnTo>
                  <a:pt x="380" y="220475"/>
                </a:lnTo>
                <a:lnTo>
                  <a:pt x="0" y="232686"/>
                </a:lnTo>
                <a:lnTo>
                  <a:pt x="839" y="244875"/>
                </a:lnTo>
                <a:lnTo>
                  <a:pt x="2889" y="256919"/>
                </a:lnTo>
                <a:lnTo>
                  <a:pt x="6129" y="268699"/>
                </a:lnTo>
                <a:lnTo>
                  <a:pt x="10528" y="280097"/>
                </a:lnTo>
                <a:lnTo>
                  <a:pt x="154528" y="604097"/>
                </a:lnTo>
                <a:lnTo>
                  <a:pt x="159348" y="613768"/>
                </a:lnTo>
                <a:lnTo>
                  <a:pt x="165003" y="622977"/>
                </a:lnTo>
                <a:lnTo>
                  <a:pt x="171448" y="631651"/>
                </a:lnTo>
                <a:lnTo>
                  <a:pt x="178632" y="639723"/>
                </a:lnTo>
                <a:lnTo>
                  <a:pt x="186501" y="647129"/>
                </a:lnTo>
                <a:lnTo>
                  <a:pt x="194992" y="653813"/>
                </a:lnTo>
                <a:lnTo>
                  <a:pt x="204040" y="659722"/>
                </a:lnTo>
                <a:lnTo>
                  <a:pt x="213574" y="664809"/>
                </a:lnTo>
                <a:lnTo>
                  <a:pt x="223519" y="669036"/>
                </a:lnTo>
                <a:lnTo>
                  <a:pt x="233798" y="672370"/>
                </a:lnTo>
                <a:lnTo>
                  <a:pt x="244331" y="674784"/>
                </a:lnTo>
                <a:lnTo>
                  <a:pt x="255036" y="676259"/>
                </a:lnTo>
                <a:lnTo>
                  <a:pt x="265829" y="676784"/>
                </a:lnTo>
                <a:lnTo>
                  <a:pt x="276627" y="676356"/>
                </a:lnTo>
                <a:lnTo>
                  <a:pt x="287345" y="674977"/>
                </a:lnTo>
                <a:lnTo>
                  <a:pt x="297899" y="672657"/>
                </a:lnTo>
                <a:lnTo>
                  <a:pt x="308208" y="669416"/>
                </a:lnTo>
                <a:lnTo>
                  <a:pt x="704208" y="525416"/>
                </a:lnTo>
                <a:lnTo>
                  <a:pt x="716005" y="520413"/>
                </a:lnTo>
                <a:lnTo>
                  <a:pt x="727215" y="514203"/>
                </a:lnTo>
                <a:lnTo>
                  <a:pt x="737714" y="506855"/>
                </a:lnTo>
                <a:lnTo>
                  <a:pt x="747387" y="498450"/>
                </a:lnTo>
                <a:lnTo>
                  <a:pt x="756128" y="489080"/>
                </a:lnTo>
                <a:lnTo>
                  <a:pt x="763842" y="478847"/>
                </a:lnTo>
                <a:lnTo>
                  <a:pt x="770443" y="467864"/>
                </a:lnTo>
                <a:lnTo>
                  <a:pt x="775861" y="456250"/>
                </a:lnTo>
                <a:lnTo>
                  <a:pt x="780034" y="444134"/>
                </a:lnTo>
                <a:lnTo>
                  <a:pt x="782917" y="431648"/>
                </a:lnTo>
                <a:lnTo>
                  <a:pt x="784480" y="418929"/>
                </a:lnTo>
                <a:lnTo>
                  <a:pt x="784704" y="406116"/>
                </a:lnTo>
                <a:lnTo>
                  <a:pt x="783587" y="393351"/>
                </a:lnTo>
                <a:lnTo>
                  <a:pt x="781142" y="380771"/>
                </a:lnTo>
                <a:lnTo>
                  <a:pt x="777395" y="368517"/>
                </a:lnTo>
                <a:lnTo>
                  <a:pt x="772387" y="356721"/>
                </a:lnTo>
                <a:lnTo>
                  <a:pt x="766173" y="345514"/>
                </a:lnTo>
                <a:lnTo>
                  <a:pt x="586173" y="57514"/>
                </a:lnTo>
                <a:lnTo>
                  <a:pt x="580898" y="49753"/>
                </a:lnTo>
                <a:lnTo>
                  <a:pt x="575044" y="42419"/>
                </a:lnTo>
                <a:lnTo>
                  <a:pt x="568646" y="35554"/>
                </a:lnTo>
                <a:lnTo>
                  <a:pt x="561740" y="29201"/>
                </a:lnTo>
                <a:lnTo>
                  <a:pt x="554368" y="23394"/>
                </a:lnTo>
                <a:lnTo>
                  <a:pt x="546573" y="18170"/>
                </a:lnTo>
                <a:lnTo>
                  <a:pt x="538400" y="13559"/>
                </a:lnTo>
                <a:lnTo>
                  <a:pt x="529898" y="9587"/>
                </a:lnTo>
                <a:lnTo>
                  <a:pt x="521117" y="6278"/>
                </a:lnTo>
                <a:lnTo>
                  <a:pt x="512108" y="3651"/>
                </a:lnTo>
                <a:lnTo>
                  <a:pt x="502924" y="1722"/>
                </a:lnTo>
                <a:lnTo>
                  <a:pt x="493620" y="503"/>
                </a:lnTo>
                <a:lnTo>
                  <a:pt x="484249" y="0"/>
                </a:lnTo>
                <a:lnTo>
                  <a:pt x="474868" y="216"/>
                </a:lnTo>
                <a:lnTo>
                  <a:pt x="465530" y="1151"/>
                </a:lnTo>
                <a:lnTo>
                  <a:pt x="456292" y="2798"/>
                </a:lnTo>
                <a:lnTo>
                  <a:pt x="447207" y="5148"/>
                </a:lnTo>
                <a:close/>
              </a:path>
            </a:pathLst>
          </a:custGeom>
          <a:solidFill>
            <a:srgbClr val="B8BCC0">
              <a:alpha val="18000"/>
            </a:srgbClr>
          </a:solidFill>
          <a:ln w="8890">
            <a:solidFill>
              <a:srgbClr val="B8BC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20400" y="608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400" y="500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0400" y="788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64400" y="932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57904" y="1103085"/>
            <a:ext cx="70819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network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091553" y="690469"/>
            <a:ext cx="591401" cy="188685"/>
          </a:xfrm>
          <a:custGeom>
            <a:avLst/>
            <a:gdLst/>
            <a:ahLst/>
            <a:cxnLst/>
            <a:rect l="l" t="t" r="r" b="b"/>
            <a:pathLst>
              <a:path w="591401" h="188685">
                <a:moveTo>
                  <a:pt x="591401" y="47875"/>
                </a:moveTo>
                <a:quadBezTo>
                  <a:pt x="267539" y="0"/>
                  <a:pt x="0" y="188685"/>
                </a:quadBezTo>
              </a:path>
            </a:pathLst>
          </a:custGeom>
          <a:noFill/>
          <a:ln w="10795">
            <a:solidFill>
              <a:srgbClr val="3D3D3D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342508" y="593800"/>
            <a:ext cx="18698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46" name="Text 44"/>
          <p:cNvSpPr txBox="1"/>
          <p:nvPr/>
        </p:nvSpPr>
        <p:spPr>
          <a:xfrm>
            <a:off x="3663648" y="1665648"/>
            <a:ext cx="232704" cy="196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</a:t>
            </a:r>
            <a:endParaRPr lang="en-US" sz="780" dirty="0"/>
          </a:p>
        </p:txBody>
      </p:sp>
      <p:sp>
        <p:nvSpPr>
          <p:cNvPr id="47" name="Text 45"/>
          <p:cNvSpPr txBox="1"/>
          <p:nvPr/>
        </p:nvSpPr>
        <p:spPr>
          <a:xfrm>
            <a:off x="4365936" y="1691800"/>
            <a:ext cx="196128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4968792" y="1691800"/>
            <a:ext cx="214416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49" name="Text 47"/>
          <p:cNvSpPr txBox="1"/>
          <p:nvPr/>
        </p:nvSpPr>
        <p:spPr>
          <a:xfrm>
            <a:off x="5548212" y="1688508"/>
            <a:ext cx="35157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(Φ)</a:t>
            </a:r>
            <a:endParaRPr lang="en-US" sz="780" dirty="0"/>
          </a:p>
        </p:txBody>
      </p:sp>
      <p:sp>
        <p:nvSpPr>
          <p:cNvPr id="50" name="Text 48"/>
          <p:cNvSpPr txBox="1"/>
          <p:nvPr/>
        </p:nvSpPr>
        <p:spPr>
          <a:xfrm>
            <a:off x="6314508" y="1691800"/>
            <a:ext cx="18698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988800" y="1764000"/>
            <a:ext cx="266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672800" y="1764000"/>
            <a:ext cx="194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284800" y="1764000"/>
            <a:ext cx="230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932800" y="1764000"/>
            <a:ext cx="266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780000" y="1857600"/>
            <a:ext cx="2628000" cy="578160"/>
          </a:xfrm>
          <a:custGeom>
            <a:avLst/>
            <a:gdLst/>
            <a:ahLst/>
            <a:cxnLst/>
            <a:rect l="l" t="t" r="r" b="b"/>
            <a:pathLst>
              <a:path w="2628000" h="578160">
                <a:moveTo>
                  <a:pt x="2628000" y="0"/>
                </a:moveTo>
                <a:quadBezTo>
                  <a:pt x="1314000" y="578160"/>
                  <a:pt x="0" y="0"/>
                </a:quadBezTo>
              </a:path>
            </a:pathLst>
          </a:cu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3564000" y="2174508"/>
            <a:ext cx="108309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(∞)</a:t>
            </a:r>
            <a:endParaRPr lang="en-US" sz="780" dirty="0"/>
          </a:p>
        </p:txBody>
      </p:sp>
      <p:sp>
        <p:nvSpPr>
          <p:cNvPr id="57" name="Text 55"/>
          <p:cNvSpPr txBox="1"/>
          <p:nvPr/>
        </p:nvSpPr>
        <p:spPr>
          <a:xfrm>
            <a:off x="180000" y="2484000"/>
            <a:ext cx="22356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367200" y="2484000"/>
            <a:ext cx="120196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Within-hyperedge factor </a:t>
            </a:r>
            <a:pPr algn="l"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180000" y="2955893"/>
            <a:ext cx="315000" cy="136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997346" y="2653346"/>
            <a:ext cx="741308" cy="741308"/>
          </a:xfrm>
          <a:custGeom>
            <a:avLst/>
            <a:gdLst/>
            <a:ahLst/>
            <a:cxnLst/>
            <a:rect l="l" t="t" r="r" b="b"/>
            <a:pathLst>
              <a:path w="741308" h="741308">
                <a:moveTo>
                  <a:pt x="39922" y="273922"/>
                </a:moveTo>
                <a:lnTo>
                  <a:pt x="31409" y="283260"/>
                </a:lnTo>
                <a:lnTo>
                  <a:pt x="23794" y="293343"/>
                </a:lnTo>
                <a:lnTo>
                  <a:pt x="17142" y="304087"/>
                </a:lnTo>
                <a:lnTo>
                  <a:pt x="11510" y="315398"/>
                </a:lnTo>
                <a:lnTo>
                  <a:pt x="6946" y="327180"/>
                </a:lnTo>
                <a:lnTo>
                  <a:pt x="3488" y="339334"/>
                </a:lnTo>
                <a:lnTo>
                  <a:pt x="1166" y="351754"/>
                </a:lnTo>
                <a:lnTo>
                  <a:pt x="0" y="364336"/>
                </a:lnTo>
                <a:lnTo>
                  <a:pt x="0" y="376972"/>
                </a:lnTo>
                <a:lnTo>
                  <a:pt x="1166" y="389554"/>
                </a:lnTo>
                <a:lnTo>
                  <a:pt x="3488" y="401974"/>
                </a:lnTo>
                <a:lnTo>
                  <a:pt x="6946" y="414128"/>
                </a:lnTo>
                <a:lnTo>
                  <a:pt x="11510" y="425910"/>
                </a:lnTo>
                <a:lnTo>
                  <a:pt x="17142" y="437222"/>
                </a:lnTo>
                <a:lnTo>
                  <a:pt x="23794" y="447965"/>
                </a:lnTo>
                <a:lnTo>
                  <a:pt x="31409" y="458048"/>
                </a:lnTo>
                <a:lnTo>
                  <a:pt x="39922" y="467386"/>
                </a:lnTo>
                <a:lnTo>
                  <a:pt x="273922" y="701386"/>
                </a:lnTo>
                <a:lnTo>
                  <a:pt x="283260" y="709899"/>
                </a:lnTo>
                <a:lnTo>
                  <a:pt x="293343" y="717514"/>
                </a:lnTo>
                <a:lnTo>
                  <a:pt x="304087" y="724166"/>
                </a:lnTo>
                <a:lnTo>
                  <a:pt x="315398" y="729798"/>
                </a:lnTo>
                <a:lnTo>
                  <a:pt x="327180" y="734362"/>
                </a:lnTo>
                <a:lnTo>
                  <a:pt x="339334" y="737820"/>
                </a:lnTo>
                <a:lnTo>
                  <a:pt x="351754" y="740142"/>
                </a:lnTo>
                <a:lnTo>
                  <a:pt x="364336" y="741308"/>
                </a:lnTo>
                <a:lnTo>
                  <a:pt x="376972" y="741308"/>
                </a:lnTo>
                <a:lnTo>
                  <a:pt x="389554" y="740142"/>
                </a:lnTo>
                <a:lnTo>
                  <a:pt x="401974" y="737820"/>
                </a:lnTo>
                <a:lnTo>
                  <a:pt x="414128" y="734362"/>
                </a:lnTo>
                <a:lnTo>
                  <a:pt x="425910" y="729798"/>
                </a:lnTo>
                <a:lnTo>
                  <a:pt x="437222" y="724166"/>
                </a:lnTo>
                <a:lnTo>
                  <a:pt x="447965" y="717514"/>
                </a:lnTo>
                <a:lnTo>
                  <a:pt x="458048" y="709899"/>
                </a:lnTo>
                <a:lnTo>
                  <a:pt x="467386" y="701386"/>
                </a:lnTo>
                <a:lnTo>
                  <a:pt x="701386" y="467386"/>
                </a:lnTo>
                <a:lnTo>
                  <a:pt x="709899" y="458048"/>
                </a:lnTo>
                <a:lnTo>
                  <a:pt x="717514" y="447965"/>
                </a:lnTo>
                <a:lnTo>
                  <a:pt x="724166" y="437222"/>
                </a:lnTo>
                <a:lnTo>
                  <a:pt x="729798" y="425910"/>
                </a:lnTo>
                <a:lnTo>
                  <a:pt x="734362" y="414128"/>
                </a:lnTo>
                <a:lnTo>
                  <a:pt x="737820" y="401974"/>
                </a:lnTo>
                <a:lnTo>
                  <a:pt x="740142" y="389554"/>
                </a:lnTo>
                <a:lnTo>
                  <a:pt x="741308" y="376972"/>
                </a:lnTo>
                <a:lnTo>
                  <a:pt x="741308" y="364336"/>
                </a:lnTo>
                <a:lnTo>
                  <a:pt x="740142" y="351754"/>
                </a:lnTo>
                <a:lnTo>
                  <a:pt x="737820" y="339334"/>
                </a:lnTo>
                <a:lnTo>
                  <a:pt x="734362" y="327180"/>
                </a:lnTo>
                <a:lnTo>
                  <a:pt x="729798" y="315398"/>
                </a:lnTo>
                <a:lnTo>
                  <a:pt x="724166" y="304087"/>
                </a:lnTo>
                <a:lnTo>
                  <a:pt x="717514" y="293343"/>
                </a:lnTo>
                <a:lnTo>
                  <a:pt x="709899" y="283260"/>
                </a:lnTo>
                <a:lnTo>
                  <a:pt x="701386" y="273922"/>
                </a:lnTo>
                <a:lnTo>
                  <a:pt x="467386" y="39922"/>
                </a:lnTo>
                <a:lnTo>
                  <a:pt x="458048" y="31409"/>
                </a:lnTo>
                <a:lnTo>
                  <a:pt x="447965" y="23794"/>
                </a:lnTo>
                <a:lnTo>
                  <a:pt x="437222" y="17142"/>
                </a:lnTo>
                <a:lnTo>
                  <a:pt x="425910" y="11510"/>
                </a:lnTo>
                <a:lnTo>
                  <a:pt x="414128" y="6946"/>
                </a:lnTo>
                <a:lnTo>
                  <a:pt x="401974" y="3488"/>
                </a:lnTo>
                <a:lnTo>
                  <a:pt x="389554" y="1166"/>
                </a:lnTo>
                <a:lnTo>
                  <a:pt x="376972" y="0"/>
                </a:lnTo>
                <a:lnTo>
                  <a:pt x="364336" y="0"/>
                </a:lnTo>
                <a:lnTo>
                  <a:pt x="351754" y="1166"/>
                </a:lnTo>
                <a:lnTo>
                  <a:pt x="339334" y="3488"/>
                </a:lnTo>
                <a:lnTo>
                  <a:pt x="327180" y="6946"/>
                </a:lnTo>
                <a:lnTo>
                  <a:pt x="315398" y="11510"/>
                </a:lnTo>
                <a:lnTo>
                  <a:pt x="304087" y="17142"/>
                </a:lnTo>
                <a:lnTo>
                  <a:pt x="293343" y="23794"/>
                </a:lnTo>
                <a:lnTo>
                  <a:pt x="283260" y="31409"/>
                </a:lnTo>
                <a:lnTo>
                  <a:pt x="273922" y="39922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8200" y="296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46200" y="296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12200" y="320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12200" y="27342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1209095" y="2842184"/>
            <a:ext cx="106721" cy="106721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420184" y="2842184"/>
            <a:ext cx="106721" cy="106721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368000" y="2863800"/>
            <a:ext cx="0" cy="28800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1980000" y="2948508"/>
            <a:ext cx="61675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−1) 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69" name="Text 67"/>
          <p:cNvSpPr txBox="1"/>
          <p:nvPr/>
        </p:nvSpPr>
        <p:spPr>
          <a:xfrm>
            <a:off x="180000" y="3783893"/>
            <a:ext cx="525312" cy="136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784915" y="3556915"/>
            <a:ext cx="590170" cy="590170"/>
          </a:xfrm>
          <a:custGeom>
            <a:avLst/>
            <a:gdLst/>
            <a:ahLst/>
            <a:cxnLst/>
            <a:rect l="l" t="t" r="r" b="b"/>
            <a:pathLst>
              <a:path w="590170" h="590170">
                <a:moveTo>
                  <a:pt x="31517" y="218717"/>
                </a:moveTo>
                <a:lnTo>
                  <a:pt x="24797" y="226089"/>
                </a:lnTo>
                <a:lnTo>
                  <a:pt x="18785" y="234050"/>
                </a:lnTo>
                <a:lnTo>
                  <a:pt x="13534" y="242531"/>
                </a:lnTo>
                <a:lnTo>
                  <a:pt x="9087" y="251461"/>
                </a:lnTo>
                <a:lnTo>
                  <a:pt x="5483" y="260763"/>
                </a:lnTo>
                <a:lnTo>
                  <a:pt x="2753" y="270358"/>
                </a:lnTo>
                <a:lnTo>
                  <a:pt x="920" y="280164"/>
                </a:lnTo>
                <a:lnTo>
                  <a:pt x="0" y="290097"/>
                </a:lnTo>
                <a:lnTo>
                  <a:pt x="0" y="300073"/>
                </a:lnTo>
                <a:lnTo>
                  <a:pt x="920" y="310006"/>
                </a:lnTo>
                <a:lnTo>
                  <a:pt x="2753" y="319811"/>
                </a:lnTo>
                <a:lnTo>
                  <a:pt x="5483" y="329406"/>
                </a:lnTo>
                <a:lnTo>
                  <a:pt x="9087" y="338708"/>
                </a:lnTo>
                <a:lnTo>
                  <a:pt x="13534" y="347638"/>
                </a:lnTo>
                <a:lnTo>
                  <a:pt x="18785" y="356119"/>
                </a:lnTo>
                <a:lnTo>
                  <a:pt x="24797" y="364080"/>
                </a:lnTo>
                <a:lnTo>
                  <a:pt x="31517" y="371452"/>
                </a:lnTo>
                <a:lnTo>
                  <a:pt x="218717" y="558652"/>
                </a:lnTo>
                <a:lnTo>
                  <a:pt x="226089" y="565373"/>
                </a:lnTo>
                <a:lnTo>
                  <a:pt x="234050" y="571384"/>
                </a:lnTo>
                <a:lnTo>
                  <a:pt x="242531" y="576636"/>
                </a:lnTo>
                <a:lnTo>
                  <a:pt x="251461" y="581082"/>
                </a:lnTo>
                <a:lnTo>
                  <a:pt x="260763" y="584686"/>
                </a:lnTo>
                <a:lnTo>
                  <a:pt x="270358" y="587416"/>
                </a:lnTo>
                <a:lnTo>
                  <a:pt x="280164" y="589249"/>
                </a:lnTo>
                <a:lnTo>
                  <a:pt x="290097" y="590170"/>
                </a:lnTo>
                <a:lnTo>
                  <a:pt x="300073" y="590170"/>
                </a:lnTo>
                <a:lnTo>
                  <a:pt x="310006" y="589249"/>
                </a:lnTo>
                <a:lnTo>
                  <a:pt x="319811" y="587416"/>
                </a:lnTo>
                <a:lnTo>
                  <a:pt x="329406" y="584686"/>
                </a:lnTo>
                <a:lnTo>
                  <a:pt x="338708" y="581082"/>
                </a:lnTo>
                <a:lnTo>
                  <a:pt x="347638" y="576636"/>
                </a:lnTo>
                <a:lnTo>
                  <a:pt x="356119" y="571384"/>
                </a:lnTo>
                <a:lnTo>
                  <a:pt x="364080" y="565373"/>
                </a:lnTo>
                <a:lnTo>
                  <a:pt x="371452" y="558652"/>
                </a:lnTo>
                <a:lnTo>
                  <a:pt x="558652" y="371452"/>
                </a:lnTo>
                <a:lnTo>
                  <a:pt x="565373" y="364080"/>
                </a:lnTo>
                <a:lnTo>
                  <a:pt x="571384" y="356119"/>
                </a:lnTo>
                <a:lnTo>
                  <a:pt x="576636" y="347638"/>
                </a:lnTo>
                <a:lnTo>
                  <a:pt x="581082" y="338708"/>
                </a:lnTo>
                <a:lnTo>
                  <a:pt x="584686" y="329406"/>
                </a:lnTo>
                <a:lnTo>
                  <a:pt x="587416" y="319811"/>
                </a:lnTo>
                <a:lnTo>
                  <a:pt x="589249" y="310006"/>
                </a:lnTo>
                <a:lnTo>
                  <a:pt x="590170" y="300073"/>
                </a:lnTo>
                <a:lnTo>
                  <a:pt x="590170" y="290097"/>
                </a:lnTo>
                <a:lnTo>
                  <a:pt x="589249" y="280164"/>
                </a:lnTo>
                <a:lnTo>
                  <a:pt x="587416" y="270358"/>
                </a:lnTo>
                <a:lnTo>
                  <a:pt x="584686" y="260763"/>
                </a:lnTo>
                <a:lnTo>
                  <a:pt x="581082" y="251461"/>
                </a:lnTo>
                <a:lnTo>
                  <a:pt x="576636" y="242531"/>
                </a:lnTo>
                <a:lnTo>
                  <a:pt x="571384" y="234050"/>
                </a:lnTo>
                <a:lnTo>
                  <a:pt x="565373" y="226089"/>
                </a:lnTo>
                <a:lnTo>
                  <a:pt x="558652" y="218717"/>
                </a:lnTo>
                <a:lnTo>
                  <a:pt x="371452" y="31517"/>
                </a:lnTo>
                <a:lnTo>
                  <a:pt x="364080" y="24797"/>
                </a:lnTo>
                <a:lnTo>
                  <a:pt x="356119" y="18785"/>
                </a:lnTo>
                <a:lnTo>
                  <a:pt x="347638" y="13534"/>
                </a:lnTo>
                <a:lnTo>
                  <a:pt x="338708" y="9087"/>
                </a:lnTo>
                <a:lnTo>
                  <a:pt x="329406" y="5483"/>
                </a:lnTo>
                <a:lnTo>
                  <a:pt x="319811" y="2753"/>
                </a:lnTo>
                <a:lnTo>
                  <a:pt x="310006" y="920"/>
                </a:lnTo>
                <a:lnTo>
                  <a:pt x="300073" y="0"/>
                </a:lnTo>
                <a:lnTo>
                  <a:pt x="290097" y="0"/>
                </a:lnTo>
                <a:lnTo>
                  <a:pt x="280164" y="920"/>
                </a:lnTo>
                <a:lnTo>
                  <a:pt x="270358" y="2753"/>
                </a:lnTo>
                <a:lnTo>
                  <a:pt x="260763" y="5483"/>
                </a:lnTo>
                <a:lnTo>
                  <a:pt x="251461" y="9087"/>
                </a:lnTo>
                <a:lnTo>
                  <a:pt x="242531" y="13534"/>
                </a:lnTo>
                <a:lnTo>
                  <a:pt x="234050" y="18785"/>
                </a:lnTo>
                <a:lnTo>
                  <a:pt x="226089" y="24797"/>
                </a:lnTo>
                <a:lnTo>
                  <a:pt x="218717" y="31517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7800" y="36126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0600" y="3799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27800" y="39870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215000" y="3799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8366" y="3713166"/>
            <a:ext cx="77740" cy="7774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576915" y="3556915"/>
            <a:ext cx="590170" cy="590170"/>
          </a:xfrm>
          <a:custGeom>
            <a:avLst/>
            <a:gdLst/>
            <a:ahLst/>
            <a:cxnLst/>
            <a:rect l="l" t="t" r="r" b="b"/>
            <a:pathLst>
              <a:path w="590170" h="590170">
                <a:moveTo>
                  <a:pt x="31517" y="218717"/>
                </a:moveTo>
                <a:lnTo>
                  <a:pt x="24797" y="226089"/>
                </a:lnTo>
                <a:lnTo>
                  <a:pt x="18785" y="234050"/>
                </a:lnTo>
                <a:lnTo>
                  <a:pt x="13534" y="242531"/>
                </a:lnTo>
                <a:lnTo>
                  <a:pt x="9087" y="251461"/>
                </a:lnTo>
                <a:lnTo>
                  <a:pt x="5483" y="260763"/>
                </a:lnTo>
                <a:lnTo>
                  <a:pt x="2753" y="270358"/>
                </a:lnTo>
                <a:lnTo>
                  <a:pt x="920" y="280164"/>
                </a:lnTo>
                <a:lnTo>
                  <a:pt x="0" y="290097"/>
                </a:lnTo>
                <a:lnTo>
                  <a:pt x="0" y="300073"/>
                </a:lnTo>
                <a:lnTo>
                  <a:pt x="920" y="310006"/>
                </a:lnTo>
                <a:lnTo>
                  <a:pt x="2753" y="319811"/>
                </a:lnTo>
                <a:lnTo>
                  <a:pt x="5483" y="329406"/>
                </a:lnTo>
                <a:lnTo>
                  <a:pt x="9087" y="338708"/>
                </a:lnTo>
                <a:lnTo>
                  <a:pt x="13534" y="347638"/>
                </a:lnTo>
                <a:lnTo>
                  <a:pt x="18785" y="356119"/>
                </a:lnTo>
                <a:lnTo>
                  <a:pt x="24797" y="364080"/>
                </a:lnTo>
                <a:lnTo>
                  <a:pt x="31517" y="371452"/>
                </a:lnTo>
                <a:lnTo>
                  <a:pt x="218717" y="558652"/>
                </a:lnTo>
                <a:lnTo>
                  <a:pt x="226089" y="565373"/>
                </a:lnTo>
                <a:lnTo>
                  <a:pt x="234050" y="571384"/>
                </a:lnTo>
                <a:lnTo>
                  <a:pt x="242531" y="576636"/>
                </a:lnTo>
                <a:lnTo>
                  <a:pt x="251461" y="581082"/>
                </a:lnTo>
                <a:lnTo>
                  <a:pt x="260763" y="584686"/>
                </a:lnTo>
                <a:lnTo>
                  <a:pt x="270358" y="587416"/>
                </a:lnTo>
                <a:lnTo>
                  <a:pt x="280164" y="589249"/>
                </a:lnTo>
                <a:lnTo>
                  <a:pt x="290097" y="590170"/>
                </a:lnTo>
                <a:lnTo>
                  <a:pt x="300073" y="590170"/>
                </a:lnTo>
                <a:lnTo>
                  <a:pt x="310006" y="589249"/>
                </a:lnTo>
                <a:lnTo>
                  <a:pt x="319811" y="587416"/>
                </a:lnTo>
                <a:lnTo>
                  <a:pt x="329406" y="584686"/>
                </a:lnTo>
                <a:lnTo>
                  <a:pt x="338708" y="581082"/>
                </a:lnTo>
                <a:lnTo>
                  <a:pt x="347638" y="576636"/>
                </a:lnTo>
                <a:lnTo>
                  <a:pt x="356119" y="571384"/>
                </a:lnTo>
                <a:lnTo>
                  <a:pt x="364080" y="565373"/>
                </a:lnTo>
                <a:lnTo>
                  <a:pt x="371452" y="558652"/>
                </a:lnTo>
                <a:lnTo>
                  <a:pt x="558652" y="371452"/>
                </a:lnTo>
                <a:lnTo>
                  <a:pt x="565373" y="364080"/>
                </a:lnTo>
                <a:lnTo>
                  <a:pt x="571384" y="356119"/>
                </a:lnTo>
                <a:lnTo>
                  <a:pt x="576636" y="347638"/>
                </a:lnTo>
                <a:lnTo>
                  <a:pt x="581082" y="338708"/>
                </a:lnTo>
                <a:lnTo>
                  <a:pt x="584686" y="329406"/>
                </a:lnTo>
                <a:lnTo>
                  <a:pt x="587416" y="319811"/>
                </a:lnTo>
                <a:lnTo>
                  <a:pt x="589249" y="310006"/>
                </a:lnTo>
                <a:lnTo>
                  <a:pt x="590170" y="300073"/>
                </a:lnTo>
                <a:lnTo>
                  <a:pt x="590170" y="290097"/>
                </a:lnTo>
                <a:lnTo>
                  <a:pt x="589249" y="280164"/>
                </a:lnTo>
                <a:lnTo>
                  <a:pt x="587416" y="270358"/>
                </a:lnTo>
                <a:lnTo>
                  <a:pt x="584686" y="260763"/>
                </a:lnTo>
                <a:lnTo>
                  <a:pt x="581082" y="251461"/>
                </a:lnTo>
                <a:lnTo>
                  <a:pt x="576636" y="242531"/>
                </a:lnTo>
                <a:lnTo>
                  <a:pt x="571384" y="234050"/>
                </a:lnTo>
                <a:lnTo>
                  <a:pt x="565373" y="226089"/>
                </a:lnTo>
                <a:lnTo>
                  <a:pt x="558652" y="218717"/>
                </a:lnTo>
                <a:lnTo>
                  <a:pt x="371452" y="31517"/>
                </a:lnTo>
                <a:lnTo>
                  <a:pt x="364080" y="24797"/>
                </a:lnTo>
                <a:lnTo>
                  <a:pt x="356119" y="18785"/>
                </a:lnTo>
                <a:lnTo>
                  <a:pt x="347638" y="13534"/>
                </a:lnTo>
                <a:lnTo>
                  <a:pt x="338708" y="9087"/>
                </a:lnTo>
                <a:lnTo>
                  <a:pt x="329406" y="5483"/>
                </a:lnTo>
                <a:lnTo>
                  <a:pt x="319811" y="2753"/>
                </a:lnTo>
                <a:lnTo>
                  <a:pt x="310006" y="920"/>
                </a:lnTo>
                <a:lnTo>
                  <a:pt x="300073" y="0"/>
                </a:lnTo>
                <a:lnTo>
                  <a:pt x="290097" y="0"/>
                </a:lnTo>
                <a:lnTo>
                  <a:pt x="280164" y="920"/>
                </a:lnTo>
                <a:lnTo>
                  <a:pt x="270358" y="2753"/>
                </a:lnTo>
                <a:lnTo>
                  <a:pt x="260763" y="5483"/>
                </a:lnTo>
                <a:lnTo>
                  <a:pt x="251461" y="9087"/>
                </a:lnTo>
                <a:lnTo>
                  <a:pt x="242531" y="13534"/>
                </a:lnTo>
                <a:lnTo>
                  <a:pt x="234050" y="18785"/>
                </a:lnTo>
                <a:lnTo>
                  <a:pt x="226089" y="24797"/>
                </a:lnTo>
                <a:lnTo>
                  <a:pt x="218717" y="31517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19800" y="36126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32600" y="37998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19800" y="39870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07000" y="3799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33166" y="3900366"/>
            <a:ext cx="77740" cy="7774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2368915" y="3556915"/>
            <a:ext cx="590170" cy="590170"/>
          </a:xfrm>
          <a:custGeom>
            <a:avLst/>
            <a:gdLst/>
            <a:ahLst/>
            <a:cxnLst/>
            <a:rect l="l" t="t" r="r" b="b"/>
            <a:pathLst>
              <a:path w="590170" h="590170">
                <a:moveTo>
                  <a:pt x="31517" y="218717"/>
                </a:moveTo>
                <a:lnTo>
                  <a:pt x="24797" y="226089"/>
                </a:lnTo>
                <a:lnTo>
                  <a:pt x="18785" y="234050"/>
                </a:lnTo>
                <a:lnTo>
                  <a:pt x="13534" y="242531"/>
                </a:lnTo>
                <a:lnTo>
                  <a:pt x="9087" y="251461"/>
                </a:lnTo>
                <a:lnTo>
                  <a:pt x="5483" y="260763"/>
                </a:lnTo>
                <a:lnTo>
                  <a:pt x="2753" y="270358"/>
                </a:lnTo>
                <a:lnTo>
                  <a:pt x="920" y="280164"/>
                </a:lnTo>
                <a:lnTo>
                  <a:pt x="0" y="290097"/>
                </a:lnTo>
                <a:lnTo>
                  <a:pt x="0" y="300073"/>
                </a:lnTo>
                <a:lnTo>
                  <a:pt x="920" y="310006"/>
                </a:lnTo>
                <a:lnTo>
                  <a:pt x="2753" y="319811"/>
                </a:lnTo>
                <a:lnTo>
                  <a:pt x="5483" y="329406"/>
                </a:lnTo>
                <a:lnTo>
                  <a:pt x="9087" y="338708"/>
                </a:lnTo>
                <a:lnTo>
                  <a:pt x="13534" y="347638"/>
                </a:lnTo>
                <a:lnTo>
                  <a:pt x="18785" y="356119"/>
                </a:lnTo>
                <a:lnTo>
                  <a:pt x="24797" y="364080"/>
                </a:lnTo>
                <a:lnTo>
                  <a:pt x="31517" y="371452"/>
                </a:lnTo>
                <a:lnTo>
                  <a:pt x="218717" y="558652"/>
                </a:lnTo>
                <a:lnTo>
                  <a:pt x="226089" y="565373"/>
                </a:lnTo>
                <a:lnTo>
                  <a:pt x="234050" y="571384"/>
                </a:lnTo>
                <a:lnTo>
                  <a:pt x="242531" y="576636"/>
                </a:lnTo>
                <a:lnTo>
                  <a:pt x="251461" y="581082"/>
                </a:lnTo>
                <a:lnTo>
                  <a:pt x="260763" y="584686"/>
                </a:lnTo>
                <a:lnTo>
                  <a:pt x="270358" y="587416"/>
                </a:lnTo>
                <a:lnTo>
                  <a:pt x="280164" y="589249"/>
                </a:lnTo>
                <a:lnTo>
                  <a:pt x="290097" y="590170"/>
                </a:lnTo>
                <a:lnTo>
                  <a:pt x="300073" y="590170"/>
                </a:lnTo>
                <a:lnTo>
                  <a:pt x="310006" y="589249"/>
                </a:lnTo>
                <a:lnTo>
                  <a:pt x="319811" y="587416"/>
                </a:lnTo>
                <a:lnTo>
                  <a:pt x="329406" y="584686"/>
                </a:lnTo>
                <a:lnTo>
                  <a:pt x="338708" y="581082"/>
                </a:lnTo>
                <a:lnTo>
                  <a:pt x="347638" y="576636"/>
                </a:lnTo>
                <a:lnTo>
                  <a:pt x="356119" y="571384"/>
                </a:lnTo>
                <a:lnTo>
                  <a:pt x="364080" y="565373"/>
                </a:lnTo>
                <a:lnTo>
                  <a:pt x="371452" y="558652"/>
                </a:lnTo>
                <a:lnTo>
                  <a:pt x="558652" y="371452"/>
                </a:lnTo>
                <a:lnTo>
                  <a:pt x="565373" y="364080"/>
                </a:lnTo>
                <a:lnTo>
                  <a:pt x="571384" y="356119"/>
                </a:lnTo>
                <a:lnTo>
                  <a:pt x="576636" y="347638"/>
                </a:lnTo>
                <a:lnTo>
                  <a:pt x="581082" y="338708"/>
                </a:lnTo>
                <a:lnTo>
                  <a:pt x="584686" y="329406"/>
                </a:lnTo>
                <a:lnTo>
                  <a:pt x="587416" y="319811"/>
                </a:lnTo>
                <a:lnTo>
                  <a:pt x="589249" y="310006"/>
                </a:lnTo>
                <a:lnTo>
                  <a:pt x="590170" y="300073"/>
                </a:lnTo>
                <a:lnTo>
                  <a:pt x="590170" y="290097"/>
                </a:lnTo>
                <a:lnTo>
                  <a:pt x="589249" y="280164"/>
                </a:lnTo>
                <a:lnTo>
                  <a:pt x="587416" y="270358"/>
                </a:lnTo>
                <a:lnTo>
                  <a:pt x="584686" y="260763"/>
                </a:lnTo>
                <a:lnTo>
                  <a:pt x="581082" y="251461"/>
                </a:lnTo>
                <a:lnTo>
                  <a:pt x="576636" y="242531"/>
                </a:lnTo>
                <a:lnTo>
                  <a:pt x="571384" y="234050"/>
                </a:lnTo>
                <a:lnTo>
                  <a:pt x="565373" y="226089"/>
                </a:lnTo>
                <a:lnTo>
                  <a:pt x="558652" y="218717"/>
                </a:lnTo>
                <a:lnTo>
                  <a:pt x="371452" y="31517"/>
                </a:lnTo>
                <a:lnTo>
                  <a:pt x="364080" y="24797"/>
                </a:lnTo>
                <a:lnTo>
                  <a:pt x="356119" y="18785"/>
                </a:lnTo>
                <a:lnTo>
                  <a:pt x="347638" y="13534"/>
                </a:lnTo>
                <a:lnTo>
                  <a:pt x="338708" y="9087"/>
                </a:lnTo>
                <a:lnTo>
                  <a:pt x="329406" y="5483"/>
                </a:lnTo>
                <a:lnTo>
                  <a:pt x="319811" y="2753"/>
                </a:lnTo>
                <a:lnTo>
                  <a:pt x="310006" y="920"/>
                </a:lnTo>
                <a:lnTo>
                  <a:pt x="300073" y="0"/>
                </a:lnTo>
                <a:lnTo>
                  <a:pt x="290097" y="0"/>
                </a:lnTo>
                <a:lnTo>
                  <a:pt x="280164" y="920"/>
                </a:lnTo>
                <a:lnTo>
                  <a:pt x="270358" y="2753"/>
                </a:lnTo>
                <a:lnTo>
                  <a:pt x="260763" y="5483"/>
                </a:lnTo>
                <a:lnTo>
                  <a:pt x="251461" y="9087"/>
                </a:lnTo>
                <a:lnTo>
                  <a:pt x="242531" y="13534"/>
                </a:lnTo>
                <a:lnTo>
                  <a:pt x="234050" y="18785"/>
                </a:lnTo>
                <a:lnTo>
                  <a:pt x="226089" y="24797"/>
                </a:lnTo>
                <a:lnTo>
                  <a:pt x="218717" y="31517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11800" y="36126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24600" y="37998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11800" y="39870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99000" y="3799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12772" y="4172508"/>
            <a:ext cx="53445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(1, 3)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1728216" y="4172508"/>
            <a:ext cx="28756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(2, 2)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2520216" y="4172508"/>
            <a:ext cx="28756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(3, 1)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411200" y="3852000"/>
            <a:ext cx="1296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2203200" y="3852000"/>
            <a:ext cx="1296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2" name="Text 90"/>
          <p:cNvSpPr txBox="1"/>
          <p:nvPr/>
        </p:nvSpPr>
        <p:spPr>
          <a:xfrm>
            <a:off x="3024000" y="3779800"/>
            <a:ext cx="315000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80" dirty="0"/>
          </a:p>
        </p:txBody>
      </p:sp>
      <p:sp>
        <p:nvSpPr>
          <p:cNvPr id="93" name="Text 91"/>
          <p:cNvSpPr txBox="1"/>
          <p:nvPr/>
        </p:nvSpPr>
        <p:spPr>
          <a:xfrm>
            <a:off x="1324764" y="4352508"/>
            <a:ext cx="66247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(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−1) 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94" name="Text 92"/>
          <p:cNvSpPr txBox="1"/>
          <p:nvPr/>
        </p:nvSpPr>
        <p:spPr>
          <a:xfrm>
            <a:off x="3564000" y="2484000"/>
            <a:ext cx="232704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3751200" y="2484000"/>
            <a:ext cx="10465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hyperdegree </a:t>
            </a:r>
            <a:pPr algn="l"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08892" y="2980924"/>
            <a:ext cx="1058207" cy="770138"/>
          </a:xfrm>
          <a:custGeom>
            <a:avLst/>
            <a:gdLst/>
            <a:ahLst/>
            <a:cxnLst/>
            <a:rect l="l" t="t" r="r" b="b"/>
            <a:pathLst>
              <a:path w="1058207" h="770138">
                <a:moveTo>
                  <a:pt x="1666" y="596085"/>
                </a:moveTo>
                <a:lnTo>
                  <a:pt x="0" y="613801"/>
                </a:lnTo>
                <a:lnTo>
                  <a:pt x="427" y="631589"/>
                </a:lnTo>
                <a:lnTo>
                  <a:pt x="2940" y="649204"/>
                </a:lnTo>
                <a:lnTo>
                  <a:pt x="7505" y="666402"/>
                </a:lnTo>
                <a:lnTo>
                  <a:pt x="14059" y="682944"/>
                </a:lnTo>
                <a:lnTo>
                  <a:pt x="22511" y="698602"/>
                </a:lnTo>
                <a:lnTo>
                  <a:pt x="32744" y="713159"/>
                </a:lnTo>
                <a:lnTo>
                  <a:pt x="44617" y="726412"/>
                </a:lnTo>
                <a:lnTo>
                  <a:pt x="57964" y="738180"/>
                </a:lnTo>
                <a:lnTo>
                  <a:pt x="72601" y="748297"/>
                </a:lnTo>
                <a:lnTo>
                  <a:pt x="88325" y="756625"/>
                </a:lnTo>
                <a:lnTo>
                  <a:pt x="104918" y="763049"/>
                </a:lnTo>
                <a:lnTo>
                  <a:pt x="122152" y="767478"/>
                </a:lnTo>
                <a:lnTo>
                  <a:pt x="139786" y="769852"/>
                </a:lnTo>
                <a:lnTo>
                  <a:pt x="157577" y="770138"/>
                </a:lnTo>
                <a:lnTo>
                  <a:pt x="175279" y="768332"/>
                </a:lnTo>
                <a:lnTo>
                  <a:pt x="192646" y="764459"/>
                </a:lnTo>
                <a:lnTo>
                  <a:pt x="948646" y="548459"/>
                </a:lnTo>
                <a:lnTo>
                  <a:pt x="969584" y="540765"/>
                </a:lnTo>
                <a:lnTo>
                  <a:pt x="989162" y="530075"/>
                </a:lnTo>
                <a:lnTo>
                  <a:pt x="1006954" y="516620"/>
                </a:lnTo>
                <a:lnTo>
                  <a:pt x="1022573" y="500694"/>
                </a:lnTo>
                <a:lnTo>
                  <a:pt x="1035679" y="482644"/>
                </a:lnTo>
                <a:lnTo>
                  <a:pt x="1045986" y="462861"/>
                </a:lnTo>
                <a:lnTo>
                  <a:pt x="1053271" y="441778"/>
                </a:lnTo>
                <a:lnTo>
                  <a:pt x="1057374" y="419852"/>
                </a:lnTo>
                <a:lnTo>
                  <a:pt x="1058207" y="397561"/>
                </a:lnTo>
                <a:lnTo>
                  <a:pt x="1055751" y="375390"/>
                </a:lnTo>
                <a:lnTo>
                  <a:pt x="1050060" y="353821"/>
                </a:lnTo>
                <a:lnTo>
                  <a:pt x="1041258" y="333325"/>
                </a:lnTo>
                <a:lnTo>
                  <a:pt x="1029535" y="314347"/>
                </a:lnTo>
                <a:lnTo>
                  <a:pt x="1015148" y="297300"/>
                </a:lnTo>
                <a:lnTo>
                  <a:pt x="998410" y="282555"/>
                </a:lnTo>
                <a:lnTo>
                  <a:pt x="979684" y="270433"/>
                </a:lnTo>
                <a:lnTo>
                  <a:pt x="959379" y="261199"/>
                </a:lnTo>
                <a:lnTo>
                  <a:pt x="275379" y="9199"/>
                </a:lnTo>
                <a:lnTo>
                  <a:pt x="260340" y="4532"/>
                </a:lnTo>
                <a:lnTo>
                  <a:pt x="244899" y="1455"/>
                </a:lnTo>
                <a:lnTo>
                  <a:pt x="229220" y="0"/>
                </a:lnTo>
                <a:lnTo>
                  <a:pt x="213476" y="184"/>
                </a:lnTo>
                <a:lnTo>
                  <a:pt x="197836" y="2003"/>
                </a:lnTo>
                <a:lnTo>
                  <a:pt x="182470" y="5440"/>
                </a:lnTo>
                <a:lnTo>
                  <a:pt x="167544" y="10456"/>
                </a:lnTo>
                <a:lnTo>
                  <a:pt x="153222" y="16997"/>
                </a:lnTo>
                <a:lnTo>
                  <a:pt x="139657" y="24992"/>
                </a:lnTo>
                <a:lnTo>
                  <a:pt x="126997" y="34354"/>
                </a:lnTo>
                <a:lnTo>
                  <a:pt x="115380" y="44982"/>
                </a:lnTo>
                <a:lnTo>
                  <a:pt x="104930" y="56761"/>
                </a:lnTo>
                <a:lnTo>
                  <a:pt x="95763" y="69562"/>
                </a:lnTo>
                <a:lnTo>
                  <a:pt x="87976" y="83247"/>
                </a:lnTo>
                <a:lnTo>
                  <a:pt x="81655" y="97668"/>
                </a:lnTo>
                <a:lnTo>
                  <a:pt x="76867" y="112669"/>
                </a:lnTo>
                <a:lnTo>
                  <a:pt x="73666" y="128085"/>
                </a:lnTo>
                <a:close/>
              </a:path>
            </a:pathLst>
          </a:custGeom>
          <a:solidFill>
            <a:srgbClr val="7A8794">
              <a:alpha val="3000"/>
            </a:srgbClr>
          </a:solidFill>
          <a:ln w="11430">
            <a:solidFill>
              <a:srgbClr val="A6A6A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76200" y="3076200"/>
            <a:ext cx="111600" cy="111600"/>
          </a:xfrm>
          <a:prstGeom prst="ellipse">
            <a:avLst/>
          </a:prstGeom>
          <a:solidFill>
            <a:srgbClr val="F2C4C1"/>
          </a:solidFill>
          <a:ln w="9525">
            <a:solidFill>
              <a:srgbClr val="D5AFA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04200" y="3544200"/>
            <a:ext cx="111600" cy="111600"/>
          </a:xfrm>
          <a:prstGeom prst="ellipse">
            <a:avLst/>
          </a:prstGeom>
          <a:solidFill>
            <a:srgbClr val="B4B5B7"/>
          </a:solidFill>
          <a:ln w="9525">
            <a:solidFill>
              <a:srgbClr val="A4A5A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00400" y="3344400"/>
            <a:ext cx="151200" cy="151200"/>
          </a:xfrm>
          <a:prstGeom prst="line">
            <a:avLst/>
          </a:prstGeom>
          <a:noFill/>
          <a:ln w="17780">
            <a:solidFill>
              <a:srgbClr val="60606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4100400" y="3344400"/>
            <a:ext cx="151200" cy="151200"/>
          </a:xfrm>
          <a:prstGeom prst="line">
            <a:avLst/>
          </a:prstGeom>
          <a:noFill/>
          <a:ln w="17780">
            <a:solidFill>
              <a:srgbClr val="60606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032000" y="3797800"/>
            <a:ext cx="296712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 </a:t>
            </a:r>
            <a:pPr algn="l" indent="0" marL="0">
              <a:buNone/>
            </a:pPr>
            <a:r>
              <a:rPr lang="en-US" sz="780" i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4564862" y="3232835"/>
            <a:ext cx="1490315" cy="986364"/>
          </a:xfrm>
          <a:custGeom>
            <a:avLst/>
            <a:gdLst/>
            <a:ahLst/>
            <a:cxnLst/>
            <a:rect l="l" t="t" r="r" b="b"/>
            <a:pathLst>
              <a:path w="1490315" h="986364">
                <a:moveTo>
                  <a:pt x="194987" y="6463"/>
                </a:moveTo>
                <a:lnTo>
                  <a:pt x="171702" y="1370"/>
                </a:lnTo>
                <a:lnTo>
                  <a:pt x="147907" y="0"/>
                </a:lnTo>
                <a:lnTo>
                  <a:pt x="124191" y="2386"/>
                </a:lnTo>
                <a:lnTo>
                  <a:pt x="101145" y="8469"/>
                </a:lnTo>
                <a:lnTo>
                  <a:pt x="79342" y="18099"/>
                </a:lnTo>
                <a:lnTo>
                  <a:pt x="59322" y="31035"/>
                </a:lnTo>
                <a:lnTo>
                  <a:pt x="41584" y="46957"/>
                </a:lnTo>
                <a:lnTo>
                  <a:pt x="26569" y="65468"/>
                </a:lnTo>
                <a:lnTo>
                  <a:pt x="14650" y="86109"/>
                </a:lnTo>
                <a:lnTo>
                  <a:pt x="6122" y="108366"/>
                </a:lnTo>
                <a:lnTo>
                  <a:pt x="1198" y="131687"/>
                </a:lnTo>
                <a:lnTo>
                  <a:pt x="0" y="155493"/>
                </a:lnTo>
                <a:lnTo>
                  <a:pt x="2558" y="179190"/>
                </a:lnTo>
                <a:lnTo>
                  <a:pt x="8808" y="202191"/>
                </a:lnTo>
                <a:lnTo>
                  <a:pt x="18595" y="223925"/>
                </a:lnTo>
                <a:lnTo>
                  <a:pt x="31676" y="243850"/>
                </a:lnTo>
                <a:lnTo>
                  <a:pt x="47726" y="261471"/>
                </a:lnTo>
                <a:lnTo>
                  <a:pt x="623726" y="801471"/>
                </a:lnTo>
                <a:lnTo>
                  <a:pt x="626558" y="804060"/>
                </a:lnTo>
                <a:lnTo>
                  <a:pt x="629455" y="806576"/>
                </a:lnTo>
                <a:lnTo>
                  <a:pt x="632415" y="809017"/>
                </a:lnTo>
                <a:lnTo>
                  <a:pt x="635436" y="811383"/>
                </a:lnTo>
                <a:lnTo>
                  <a:pt x="638516" y="813671"/>
                </a:lnTo>
                <a:lnTo>
                  <a:pt x="641653" y="815880"/>
                </a:lnTo>
                <a:lnTo>
                  <a:pt x="644845" y="818009"/>
                </a:lnTo>
                <a:lnTo>
                  <a:pt x="648090" y="820056"/>
                </a:lnTo>
                <a:lnTo>
                  <a:pt x="651386" y="822020"/>
                </a:lnTo>
                <a:lnTo>
                  <a:pt x="654730" y="823900"/>
                </a:lnTo>
                <a:lnTo>
                  <a:pt x="658122" y="825695"/>
                </a:lnTo>
                <a:lnTo>
                  <a:pt x="661557" y="827403"/>
                </a:lnTo>
                <a:lnTo>
                  <a:pt x="665035" y="829023"/>
                </a:lnTo>
                <a:lnTo>
                  <a:pt x="668553" y="830554"/>
                </a:lnTo>
                <a:lnTo>
                  <a:pt x="672109" y="831996"/>
                </a:lnTo>
                <a:lnTo>
                  <a:pt x="675700" y="833347"/>
                </a:lnTo>
                <a:lnTo>
                  <a:pt x="679324" y="834606"/>
                </a:lnTo>
                <a:lnTo>
                  <a:pt x="1111324" y="978606"/>
                </a:lnTo>
                <a:lnTo>
                  <a:pt x="1123160" y="982023"/>
                </a:lnTo>
                <a:lnTo>
                  <a:pt x="1135235" y="984464"/>
                </a:lnTo>
                <a:lnTo>
                  <a:pt x="1147468" y="985914"/>
                </a:lnTo>
                <a:lnTo>
                  <a:pt x="1159779" y="986364"/>
                </a:lnTo>
                <a:lnTo>
                  <a:pt x="1172085" y="985810"/>
                </a:lnTo>
                <a:lnTo>
                  <a:pt x="1184306" y="984256"/>
                </a:lnTo>
                <a:lnTo>
                  <a:pt x="1196359" y="981712"/>
                </a:lnTo>
                <a:lnTo>
                  <a:pt x="1208166" y="978196"/>
                </a:lnTo>
                <a:lnTo>
                  <a:pt x="1219647" y="973730"/>
                </a:lnTo>
                <a:lnTo>
                  <a:pt x="1230726" y="968344"/>
                </a:lnTo>
                <a:lnTo>
                  <a:pt x="1241330" y="962075"/>
                </a:lnTo>
                <a:lnTo>
                  <a:pt x="1251388" y="954962"/>
                </a:lnTo>
                <a:lnTo>
                  <a:pt x="1260834" y="947055"/>
                </a:lnTo>
                <a:lnTo>
                  <a:pt x="1269605" y="938405"/>
                </a:lnTo>
                <a:lnTo>
                  <a:pt x="1277643" y="929069"/>
                </a:lnTo>
                <a:lnTo>
                  <a:pt x="1284894" y="919111"/>
                </a:lnTo>
                <a:lnTo>
                  <a:pt x="1291311" y="908595"/>
                </a:lnTo>
                <a:lnTo>
                  <a:pt x="1471311" y="584595"/>
                </a:lnTo>
                <a:lnTo>
                  <a:pt x="1478274" y="570349"/>
                </a:lnTo>
                <a:lnTo>
                  <a:pt x="1483707" y="555452"/>
                </a:lnTo>
                <a:lnTo>
                  <a:pt x="1487550" y="540068"/>
                </a:lnTo>
                <a:lnTo>
                  <a:pt x="1489761" y="524366"/>
                </a:lnTo>
                <a:lnTo>
                  <a:pt x="1490315" y="508518"/>
                </a:lnTo>
                <a:lnTo>
                  <a:pt x="1489206" y="492700"/>
                </a:lnTo>
                <a:lnTo>
                  <a:pt x="1486447" y="477086"/>
                </a:lnTo>
                <a:lnTo>
                  <a:pt x="1482068" y="461845"/>
                </a:lnTo>
                <a:lnTo>
                  <a:pt x="1476117" y="447148"/>
                </a:lnTo>
                <a:lnTo>
                  <a:pt x="1468659" y="433154"/>
                </a:lnTo>
                <a:lnTo>
                  <a:pt x="1459777" y="420019"/>
                </a:lnTo>
                <a:lnTo>
                  <a:pt x="1449568" y="407886"/>
                </a:lnTo>
                <a:lnTo>
                  <a:pt x="1438144" y="396888"/>
                </a:lnTo>
                <a:lnTo>
                  <a:pt x="1425631" y="387148"/>
                </a:lnTo>
                <a:lnTo>
                  <a:pt x="1412168" y="378772"/>
                </a:lnTo>
                <a:lnTo>
                  <a:pt x="1397901" y="371851"/>
                </a:lnTo>
                <a:lnTo>
                  <a:pt x="1382987" y="366463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4564932" y="2692823"/>
            <a:ext cx="1382083" cy="842377"/>
          </a:xfrm>
          <a:custGeom>
            <a:avLst/>
            <a:gdLst/>
            <a:ahLst/>
            <a:cxnLst/>
            <a:rect l="l" t="t" r="r" b="b"/>
            <a:pathLst>
              <a:path w="1382083" h="842377">
                <a:moveTo>
                  <a:pt x="51031" y="577801"/>
                </a:moveTo>
                <a:lnTo>
                  <a:pt x="34131" y="595327"/>
                </a:lnTo>
                <a:lnTo>
                  <a:pt x="20263" y="615338"/>
                </a:lnTo>
                <a:lnTo>
                  <a:pt x="9786" y="637316"/>
                </a:lnTo>
                <a:lnTo>
                  <a:pt x="2973" y="660690"/>
                </a:lnTo>
                <a:lnTo>
                  <a:pt x="0" y="684854"/>
                </a:lnTo>
                <a:lnTo>
                  <a:pt x="944" y="709183"/>
                </a:lnTo>
                <a:lnTo>
                  <a:pt x="5780" y="733044"/>
                </a:lnTo>
                <a:lnTo>
                  <a:pt x="14383" y="755820"/>
                </a:lnTo>
                <a:lnTo>
                  <a:pt x="26531" y="776920"/>
                </a:lnTo>
                <a:lnTo>
                  <a:pt x="41907" y="795797"/>
                </a:lnTo>
                <a:lnTo>
                  <a:pt x="60114" y="811961"/>
                </a:lnTo>
                <a:lnTo>
                  <a:pt x="80679" y="824993"/>
                </a:lnTo>
                <a:lnTo>
                  <a:pt x="103069" y="834556"/>
                </a:lnTo>
                <a:lnTo>
                  <a:pt x="126704" y="840401"/>
                </a:lnTo>
                <a:lnTo>
                  <a:pt x="150970" y="842377"/>
                </a:lnTo>
                <a:lnTo>
                  <a:pt x="175239" y="840432"/>
                </a:lnTo>
                <a:lnTo>
                  <a:pt x="198881" y="834618"/>
                </a:lnTo>
                <a:lnTo>
                  <a:pt x="1278881" y="474618"/>
                </a:lnTo>
                <a:lnTo>
                  <a:pt x="1299008" y="466253"/>
                </a:lnTo>
                <a:lnTo>
                  <a:pt x="1317722" y="455081"/>
                </a:lnTo>
                <a:lnTo>
                  <a:pt x="1334637" y="441335"/>
                </a:lnTo>
                <a:lnTo>
                  <a:pt x="1349399" y="425300"/>
                </a:lnTo>
                <a:lnTo>
                  <a:pt x="1361702" y="407309"/>
                </a:lnTo>
                <a:lnTo>
                  <a:pt x="1371290" y="387737"/>
                </a:lnTo>
                <a:lnTo>
                  <a:pt x="1377965" y="366989"/>
                </a:lnTo>
                <a:lnTo>
                  <a:pt x="1381588" y="345496"/>
                </a:lnTo>
                <a:lnTo>
                  <a:pt x="1382083" y="323707"/>
                </a:lnTo>
                <a:lnTo>
                  <a:pt x="1379440" y="302072"/>
                </a:lnTo>
                <a:lnTo>
                  <a:pt x="1373714" y="281042"/>
                </a:lnTo>
                <a:lnTo>
                  <a:pt x="1365024" y="261054"/>
                </a:lnTo>
                <a:lnTo>
                  <a:pt x="1353550" y="242523"/>
                </a:lnTo>
                <a:lnTo>
                  <a:pt x="1339532" y="225834"/>
                </a:lnTo>
                <a:lnTo>
                  <a:pt x="1323259" y="211334"/>
                </a:lnTo>
                <a:lnTo>
                  <a:pt x="1305071" y="199325"/>
                </a:lnTo>
                <a:lnTo>
                  <a:pt x="1285345" y="190055"/>
                </a:lnTo>
                <a:lnTo>
                  <a:pt x="817345" y="10055"/>
                </a:lnTo>
                <a:lnTo>
                  <a:pt x="808190" y="6867"/>
                </a:lnTo>
                <a:lnTo>
                  <a:pt x="798850" y="4272"/>
                </a:lnTo>
                <a:lnTo>
                  <a:pt x="789362" y="2281"/>
                </a:lnTo>
                <a:lnTo>
                  <a:pt x="779766" y="902"/>
                </a:lnTo>
                <a:lnTo>
                  <a:pt x="770102" y="140"/>
                </a:lnTo>
                <a:lnTo>
                  <a:pt x="760409" y="0"/>
                </a:lnTo>
                <a:lnTo>
                  <a:pt x="750727" y="481"/>
                </a:lnTo>
                <a:lnTo>
                  <a:pt x="741095" y="1582"/>
                </a:lnTo>
                <a:lnTo>
                  <a:pt x="731554" y="3297"/>
                </a:lnTo>
                <a:lnTo>
                  <a:pt x="722142" y="5621"/>
                </a:lnTo>
                <a:lnTo>
                  <a:pt x="712898" y="8543"/>
                </a:lnTo>
                <a:lnTo>
                  <a:pt x="703861" y="12051"/>
                </a:lnTo>
                <a:lnTo>
                  <a:pt x="695067" y="16131"/>
                </a:lnTo>
                <a:lnTo>
                  <a:pt x="686553" y="20766"/>
                </a:lnTo>
                <a:lnTo>
                  <a:pt x="678353" y="25937"/>
                </a:lnTo>
                <a:lnTo>
                  <a:pt x="670502" y="31624"/>
                </a:lnTo>
                <a:lnTo>
                  <a:pt x="663031" y="37801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272200" y="278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40200" y="296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236200" y="386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8200" y="401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48200" y="368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644000" y="3312000"/>
            <a:ext cx="144000" cy="1440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6048000" y="2732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6048000" y="2897800"/>
            <a:ext cx="23270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780" dirty="0"/>
          </a:p>
        </p:txBody>
      </p:sp>
      <p:sp>
        <p:nvSpPr>
          <p:cNvPr id="112" name="Text 110"/>
          <p:cNvSpPr txBox="1"/>
          <p:nvPr/>
        </p:nvSpPr>
        <p:spPr>
          <a:xfrm>
            <a:off x="6192000" y="3704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113" name="Text 111"/>
          <p:cNvSpPr txBox="1"/>
          <p:nvPr/>
        </p:nvSpPr>
        <p:spPr>
          <a:xfrm>
            <a:off x="6192000" y="3869800"/>
            <a:ext cx="23270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3564000" y="4183200"/>
            <a:ext cx="1584000" cy="259200"/>
          </a:xfrm>
          <a:prstGeom prst="roundRect">
            <a:avLst>
              <a:gd name="adj" fmla="val 16667"/>
            </a:avLst>
          </a:prstGeom>
          <a:solidFill>
            <a:srgbClr val="F2F4F6"/>
          </a:solidFill>
          <a:ln w="8890">
            <a:solidFill>
              <a:srgbClr val="B9C0C7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672000" y="4234959"/>
            <a:ext cx="653328" cy="155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 </a:t>
            </a:r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60" dirty="0"/>
          </a:p>
        </p:txBody>
      </p:sp>
      <p:sp>
        <p:nvSpPr>
          <p:cNvPr id="116" name="Shape 114"/>
          <p:cNvSpPr/>
          <p:nvPr/>
        </p:nvSpPr>
        <p:spPr>
          <a:xfrm>
            <a:off x="180000" y="4572000"/>
            <a:ext cx="6516000" cy="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60200" y="469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24000" y="4685085"/>
            <a:ext cx="56188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susceptible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024200" y="46962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188000" y="4685085"/>
            <a:ext cx="42472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1816200" y="4696200"/>
            <a:ext cx="111600" cy="111600"/>
          </a:xfrm>
          <a:prstGeom prst="ellipse">
            <a:avLst/>
          </a:prstGeom>
          <a:solidFill>
            <a:srgbClr val="43474A"/>
          </a:solidFill>
          <a:ln w="9525">
            <a:solidFill>
              <a:srgbClr val="1B1E2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980000" y="4685085"/>
            <a:ext cx="507024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2644200" y="4696200"/>
            <a:ext cx="111600" cy="11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2808000" y="4680870"/>
            <a:ext cx="534456" cy="142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node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3600000" y="4752000"/>
            <a:ext cx="216000" cy="0"/>
          </a:xfrm>
          <a:prstGeom prst="line">
            <a:avLst/>
          </a:prstGeom>
          <a:noFill/>
          <a:ln w="11430">
            <a:solidFill>
              <a:srgbClr val="2B2B2B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3888000" y="4676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4536000" y="4752000"/>
            <a:ext cx="216000" cy="0"/>
          </a:xfrm>
          <a:prstGeom prst="line">
            <a:avLst/>
          </a:prstGeom>
          <a:noFill/>
          <a:ln w="11430">
            <a:solidFill>
              <a:srgbClr val="2B2B2B"/>
            </a:solidFill>
            <a:prstDash val="dash"/>
          </a:ln>
        </p:spPr>
      </p:sp>
      <p:sp>
        <p:nvSpPr>
          <p:cNvPr id="128" name="Text 126"/>
          <p:cNvSpPr txBox="1"/>
          <p:nvPr/>
        </p:nvSpPr>
        <p:spPr>
          <a:xfrm>
            <a:off x="4824000" y="4676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Fig. 1 — multiplex hypergraph EBCM</dc:creator>
  <cp:lastModifiedBy>Fig. 1 — multiplex hypergraph EBCM</cp:lastModifiedBy>
  <cp:revision>1</cp:revision>
  <dcterms:created xsi:type="dcterms:W3CDTF">2026-09-04T07:54:50Z</dcterms:created>
  <dcterms:modified xsi:type="dcterms:W3CDTF">2026-09-04T07:54:50Z</dcterms:modified>
</cp:coreProperties>
</file>